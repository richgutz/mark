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6" r:id="rId2"/>
    <p:sldId id="259" r:id="rId3"/>
    <p:sldId id="260" r:id="rId4"/>
    <p:sldId id="261" r:id="rId5"/>
    <p:sldId id="267" r:id="rId6"/>
    <p:sldId id="263" r:id="rId7"/>
    <p:sldId id="264" r:id="rId8"/>
    <p:sldId id="273" r:id="rId9"/>
    <p:sldId id="274" r:id="rId10"/>
    <p:sldId id="268" r:id="rId11"/>
    <p:sldId id="269" r:id="rId12"/>
    <p:sldId id="275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98D184-D64E-4C05-97AD-D1AA47278874}" v="227" dt="2026-01-30T21:50:29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2009" autoAdjust="0"/>
  </p:normalViewPr>
  <p:slideViewPr>
    <p:cSldViewPr snapToGrid="0" showGuides="1">
      <p:cViewPr varScale="1">
        <p:scale>
          <a:sx n="77" d="100"/>
          <a:sy n="77" d="100"/>
        </p:scale>
        <p:origin x="60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Luis Rodriguez" userId="29227534-bd97-40cf-8a22-e4919bf3236a" providerId="ADAL" clId="{E6581663-32DF-4F37-AB75-475B4CBF42DF}"/>
    <pc:docChg chg="undo redo custSel addSld delSld modSld sldOrd modMainMaster">
      <pc:chgData name="Jorge Luis Rodriguez" userId="29227534-bd97-40cf-8a22-e4919bf3236a" providerId="ADAL" clId="{E6581663-32DF-4F37-AB75-475B4CBF42DF}" dt="2026-01-30T21:56:44.739" v="2953" actId="20577"/>
      <pc:docMkLst>
        <pc:docMk/>
      </pc:docMkLst>
      <pc:sldChg chg="modSp mod ord">
        <pc:chgData name="Jorge Luis Rodriguez" userId="29227534-bd97-40cf-8a22-e4919bf3236a" providerId="ADAL" clId="{E6581663-32DF-4F37-AB75-475B4CBF42DF}" dt="2026-01-30T21:55:43.729" v="2831"/>
        <pc:sldMkLst>
          <pc:docMk/>
          <pc:sldMk cId="3148393843" sldId="259"/>
        </pc:sldMkLst>
        <pc:spChg chg="mod">
          <ac:chgData name="Jorge Luis Rodriguez" userId="29227534-bd97-40cf-8a22-e4919bf3236a" providerId="ADAL" clId="{E6581663-32DF-4F37-AB75-475B4CBF42DF}" dt="2026-01-30T21:36:17.061" v="2261" actId="20577"/>
          <ac:spMkLst>
            <pc:docMk/>
            <pc:sldMk cId="3148393843" sldId="259"/>
            <ac:spMk id="2" creationId="{9A845044-1F08-FCCA-5569-C72079703DFC}"/>
          </ac:spMkLst>
        </pc:spChg>
        <pc:spChg chg="mod">
          <ac:chgData name="Jorge Luis Rodriguez" userId="29227534-bd97-40cf-8a22-e4919bf3236a" providerId="ADAL" clId="{E6581663-32DF-4F37-AB75-475B4CBF42DF}" dt="2026-01-30T21:45:03.397" v="2305" actId="20577"/>
          <ac:spMkLst>
            <pc:docMk/>
            <pc:sldMk cId="3148393843" sldId="259"/>
            <ac:spMk id="3" creationId="{B538BEA3-313E-20F8-50BB-0A43527C9497}"/>
          </ac:spMkLst>
        </pc:spChg>
      </pc:sldChg>
      <pc:sldChg chg="modSp new mod">
        <pc:chgData name="Jorge Luis Rodriguez" userId="29227534-bd97-40cf-8a22-e4919bf3236a" providerId="ADAL" clId="{E6581663-32DF-4F37-AB75-475B4CBF42DF}" dt="2026-01-30T21:46:05.763" v="2312" actId="5793"/>
        <pc:sldMkLst>
          <pc:docMk/>
          <pc:sldMk cId="675056508" sldId="260"/>
        </pc:sldMkLst>
        <pc:spChg chg="mod">
          <ac:chgData name="Jorge Luis Rodriguez" userId="29227534-bd97-40cf-8a22-e4919bf3236a" providerId="ADAL" clId="{E6581663-32DF-4F37-AB75-475B4CBF42DF}" dt="2026-01-30T21:45:32.809" v="2308"/>
          <ac:spMkLst>
            <pc:docMk/>
            <pc:sldMk cId="675056508" sldId="260"/>
            <ac:spMk id="2" creationId="{4F8F412D-5704-4378-FC81-3F00A5131106}"/>
          </ac:spMkLst>
        </pc:spChg>
        <pc:spChg chg="mod">
          <ac:chgData name="Jorge Luis Rodriguez" userId="29227534-bd97-40cf-8a22-e4919bf3236a" providerId="ADAL" clId="{E6581663-32DF-4F37-AB75-475B4CBF42DF}" dt="2026-01-30T21:46:05.763" v="2312" actId="5793"/>
          <ac:spMkLst>
            <pc:docMk/>
            <pc:sldMk cId="675056508" sldId="260"/>
            <ac:spMk id="3" creationId="{B4987027-A384-3398-B391-C9D831B22120}"/>
          </ac:spMkLst>
        </pc:spChg>
      </pc:sldChg>
      <pc:sldChg chg="addSp modSp new mod">
        <pc:chgData name="Jorge Luis Rodriguez" userId="29227534-bd97-40cf-8a22-e4919bf3236a" providerId="ADAL" clId="{E6581663-32DF-4F37-AB75-475B4CBF42DF}" dt="2026-01-30T21:51:18.995" v="2354" actId="207"/>
        <pc:sldMkLst>
          <pc:docMk/>
          <pc:sldMk cId="3878735360" sldId="261"/>
        </pc:sldMkLst>
        <pc:spChg chg="mod">
          <ac:chgData name="Jorge Luis Rodriguez" userId="29227534-bd97-40cf-8a22-e4919bf3236a" providerId="ADAL" clId="{E6581663-32DF-4F37-AB75-475B4CBF42DF}" dt="2026-01-30T21:49:35.542" v="2335" actId="20577"/>
          <ac:spMkLst>
            <pc:docMk/>
            <pc:sldMk cId="3878735360" sldId="261"/>
            <ac:spMk id="2" creationId="{76A67268-C59C-39A5-6956-D42EA8E4AEF4}"/>
          </ac:spMkLst>
        </pc:spChg>
        <pc:spChg chg="mod">
          <ac:chgData name="Jorge Luis Rodriguez" userId="29227534-bd97-40cf-8a22-e4919bf3236a" providerId="ADAL" clId="{E6581663-32DF-4F37-AB75-475B4CBF42DF}" dt="2026-01-30T21:51:18.995" v="2354" actId="207"/>
          <ac:spMkLst>
            <pc:docMk/>
            <pc:sldMk cId="3878735360" sldId="261"/>
            <ac:spMk id="3" creationId="{CC2B3115-B1D6-CD43-EF5B-D5C2E123ED12}"/>
          </ac:spMkLst>
        </pc:spChg>
        <pc:spChg chg="add mod">
          <ac:chgData name="Jorge Luis Rodriguez" userId="29227534-bd97-40cf-8a22-e4919bf3236a" providerId="ADAL" clId="{E6581663-32DF-4F37-AB75-475B4CBF42DF}" dt="2026-01-30T21:47:29.221" v="2326" actId="14100"/>
          <ac:spMkLst>
            <pc:docMk/>
            <pc:sldMk cId="3878735360" sldId="261"/>
            <ac:spMk id="5" creationId="{66419193-6733-65F1-7C97-E4AF14641778}"/>
          </ac:spMkLst>
        </pc:spChg>
      </pc:sldChg>
      <pc:sldChg chg="addSp modSp new del mod">
        <pc:chgData name="Jorge Luis Rodriguez" userId="29227534-bd97-40cf-8a22-e4919bf3236a" providerId="ADAL" clId="{E6581663-32DF-4F37-AB75-475B4CBF42DF}" dt="2026-01-30T21:48:19.751" v="2327" actId="47"/>
        <pc:sldMkLst>
          <pc:docMk/>
          <pc:sldMk cId="3167300324" sldId="262"/>
        </pc:sldMkLst>
        <pc:spChg chg="mod">
          <ac:chgData name="Jorge Luis Rodriguez" userId="29227534-bd97-40cf-8a22-e4919bf3236a" providerId="ADAL" clId="{E6581663-32DF-4F37-AB75-475B4CBF42DF}" dt="2026-01-30T15:06:58.265" v="384" actId="27636"/>
          <ac:spMkLst>
            <pc:docMk/>
            <pc:sldMk cId="3167300324" sldId="262"/>
            <ac:spMk id="2" creationId="{51DDDBDA-A821-DE0E-B091-3F38303C6FC5}"/>
          </ac:spMkLst>
        </pc:spChg>
        <pc:spChg chg="add mod">
          <ac:chgData name="Jorge Luis Rodriguez" userId="29227534-bd97-40cf-8a22-e4919bf3236a" providerId="ADAL" clId="{E6581663-32DF-4F37-AB75-475B4CBF42DF}" dt="2026-01-30T15:07:11.153" v="387" actId="1076"/>
          <ac:spMkLst>
            <pc:docMk/>
            <pc:sldMk cId="3167300324" sldId="262"/>
            <ac:spMk id="4" creationId="{B78B2A29-F449-29B1-B8BC-1E1FCC216CEF}"/>
          </ac:spMkLst>
        </pc:spChg>
      </pc:sldChg>
      <pc:sldChg chg="addSp delSp modSp new mod chgLayout">
        <pc:chgData name="Jorge Luis Rodriguez" userId="29227534-bd97-40cf-8a22-e4919bf3236a" providerId="ADAL" clId="{E6581663-32DF-4F37-AB75-475B4CBF42DF}" dt="2026-01-30T18:39:40.431" v="1775" actId="27636"/>
        <pc:sldMkLst>
          <pc:docMk/>
          <pc:sldMk cId="985767112" sldId="263"/>
        </pc:sldMkLst>
        <pc:spChg chg="mod ord">
          <ac:chgData name="Jorge Luis Rodriguez" userId="29227534-bd97-40cf-8a22-e4919bf3236a" providerId="ADAL" clId="{E6581663-32DF-4F37-AB75-475B4CBF42DF}" dt="2026-01-30T18:39:40.431" v="1775" actId="27636"/>
          <ac:spMkLst>
            <pc:docMk/>
            <pc:sldMk cId="985767112" sldId="263"/>
            <ac:spMk id="2" creationId="{533FA8F0-D518-F89A-2265-990ACAE45DF8}"/>
          </ac:spMkLst>
        </pc:spChg>
        <pc:spChg chg="del mod">
          <ac:chgData name="Jorge Luis Rodriguez" userId="29227534-bd97-40cf-8a22-e4919bf3236a" providerId="ADAL" clId="{E6581663-32DF-4F37-AB75-475B4CBF42DF}" dt="2026-01-30T04:04:52.169" v="59" actId="26606"/>
          <ac:spMkLst>
            <pc:docMk/>
            <pc:sldMk cId="985767112" sldId="263"/>
            <ac:spMk id="3" creationId="{0ADC777B-56D8-9AA8-8AA0-628035F14DDB}"/>
          </ac:spMkLst>
        </pc:spChg>
        <pc:graphicFrameChg chg="add mod ord modGraphic">
          <ac:chgData name="Jorge Luis Rodriguez" userId="29227534-bd97-40cf-8a22-e4919bf3236a" providerId="ADAL" clId="{E6581663-32DF-4F37-AB75-475B4CBF42DF}" dt="2026-01-30T18:39:25.166" v="1770" actId="207"/>
          <ac:graphicFrameMkLst>
            <pc:docMk/>
            <pc:sldMk cId="985767112" sldId="263"/>
            <ac:graphicFrameMk id="5" creationId="{ADDF08A4-D244-778C-994D-D11ACC37A4BC}"/>
          </ac:graphicFrameMkLst>
        </pc:graphicFrameChg>
      </pc:sldChg>
      <pc:sldChg chg="addSp delSp modSp new mod modClrScheme chgLayout modNotesTx">
        <pc:chgData name="Jorge Luis Rodriguez" userId="29227534-bd97-40cf-8a22-e4919bf3236a" providerId="ADAL" clId="{E6581663-32DF-4F37-AB75-475B4CBF42DF}" dt="2026-01-30T17:41:56.485" v="1537" actId="20577"/>
        <pc:sldMkLst>
          <pc:docMk/>
          <pc:sldMk cId="3596985795" sldId="264"/>
        </pc:sldMkLst>
        <pc:spChg chg="mod ord">
          <ac:chgData name="Jorge Luis Rodriguez" userId="29227534-bd97-40cf-8a22-e4919bf3236a" providerId="ADAL" clId="{E6581663-32DF-4F37-AB75-475B4CBF42DF}" dt="2026-01-30T16:58:30.380" v="920" actId="20577"/>
          <ac:spMkLst>
            <pc:docMk/>
            <pc:sldMk cId="3596985795" sldId="264"/>
            <ac:spMk id="2" creationId="{AFFE6146-AF4E-26D6-3FF3-B412DFB888FB}"/>
          </ac:spMkLst>
        </pc:spChg>
        <pc:spChg chg="add del mod ord">
          <ac:chgData name="Jorge Luis Rodriguez" userId="29227534-bd97-40cf-8a22-e4919bf3236a" providerId="ADAL" clId="{E6581663-32DF-4F37-AB75-475B4CBF42DF}" dt="2026-01-30T16:30:18.247" v="397" actId="700"/>
          <ac:spMkLst>
            <pc:docMk/>
            <pc:sldMk cId="3596985795" sldId="264"/>
            <ac:spMk id="3" creationId="{EC7A17CB-67DC-4087-44E1-E3A9C094DEDE}"/>
          </ac:spMkLst>
        </pc:spChg>
        <pc:spChg chg="add mod ord">
          <ac:chgData name="Jorge Luis Rodriguez" userId="29227534-bd97-40cf-8a22-e4919bf3236a" providerId="ADAL" clId="{E6581663-32DF-4F37-AB75-475B4CBF42DF}" dt="2026-01-30T17:17:16.388" v="1092" actId="207"/>
          <ac:spMkLst>
            <pc:docMk/>
            <pc:sldMk cId="3596985795" sldId="264"/>
            <ac:spMk id="6" creationId="{C85FAF5B-1637-9151-4E88-6CFC22CFE761}"/>
          </ac:spMkLst>
        </pc:spChg>
        <pc:spChg chg="add mod ord">
          <ac:chgData name="Jorge Luis Rodriguez" userId="29227534-bd97-40cf-8a22-e4919bf3236a" providerId="ADAL" clId="{E6581663-32DF-4F37-AB75-475B4CBF42DF}" dt="2026-01-30T16:58:09.654" v="919" actId="122"/>
          <ac:spMkLst>
            <pc:docMk/>
            <pc:sldMk cId="3596985795" sldId="264"/>
            <ac:spMk id="7" creationId="{EF21243B-63BF-24BF-2DE1-A3CCD13BD276}"/>
          </ac:spMkLst>
        </pc:spChg>
        <pc:spChg chg="add mod">
          <ac:chgData name="Jorge Luis Rodriguez" userId="29227534-bd97-40cf-8a22-e4919bf3236a" providerId="ADAL" clId="{E6581663-32DF-4F37-AB75-475B4CBF42DF}" dt="2026-01-30T16:42:49.863" v="519" actId="12788"/>
          <ac:spMkLst>
            <pc:docMk/>
            <pc:sldMk cId="3596985795" sldId="264"/>
            <ac:spMk id="16" creationId="{01FB5D1A-B5DC-6CA9-33CC-0C5EFF056FEC}"/>
          </ac:spMkLst>
        </pc:spChg>
        <pc:spChg chg="add mod">
          <ac:chgData name="Jorge Luis Rodriguez" userId="29227534-bd97-40cf-8a22-e4919bf3236a" providerId="ADAL" clId="{E6581663-32DF-4F37-AB75-475B4CBF42DF}" dt="2026-01-30T17:01:39.410" v="964" actId="12788"/>
          <ac:spMkLst>
            <pc:docMk/>
            <pc:sldMk cId="3596985795" sldId="264"/>
            <ac:spMk id="24" creationId="{0D88CF02-4BEA-EC78-8ADB-99DE5E08AB7D}"/>
          </ac:spMkLst>
        </pc:spChg>
        <pc:spChg chg="add mod">
          <ac:chgData name="Jorge Luis Rodriguez" userId="29227534-bd97-40cf-8a22-e4919bf3236a" providerId="ADAL" clId="{E6581663-32DF-4F37-AB75-475B4CBF42DF}" dt="2026-01-30T17:16:08.712" v="1090" actId="255"/>
          <ac:spMkLst>
            <pc:docMk/>
            <pc:sldMk cId="3596985795" sldId="264"/>
            <ac:spMk id="25" creationId="{52D8174F-983E-6DFD-E438-D2FEA33C03F0}"/>
          </ac:spMkLst>
        </pc:spChg>
        <pc:spChg chg="add mod">
          <ac:chgData name="Jorge Luis Rodriguez" userId="29227534-bd97-40cf-8a22-e4919bf3236a" providerId="ADAL" clId="{E6581663-32DF-4F37-AB75-475B4CBF42DF}" dt="2026-01-30T17:16:08.712" v="1090" actId="255"/>
          <ac:spMkLst>
            <pc:docMk/>
            <pc:sldMk cId="3596985795" sldId="264"/>
            <ac:spMk id="26" creationId="{515EBF55-CEC3-53C6-F9C5-3F86332243C3}"/>
          </ac:spMkLst>
        </pc:spChg>
        <pc:spChg chg="add mod">
          <ac:chgData name="Jorge Luis Rodriguez" userId="29227534-bd97-40cf-8a22-e4919bf3236a" providerId="ADAL" clId="{E6581663-32DF-4F37-AB75-475B4CBF42DF}" dt="2026-01-30T17:16:08.712" v="1090" actId="255"/>
          <ac:spMkLst>
            <pc:docMk/>
            <pc:sldMk cId="3596985795" sldId="264"/>
            <ac:spMk id="27" creationId="{89425DA0-F5F6-8CBE-6198-7BA0FA22DA9D}"/>
          </ac:spMkLst>
        </pc:spChg>
        <pc:spChg chg="add mod">
          <ac:chgData name="Jorge Luis Rodriguez" userId="29227534-bd97-40cf-8a22-e4919bf3236a" providerId="ADAL" clId="{E6581663-32DF-4F37-AB75-475B4CBF42DF}" dt="2026-01-30T17:16:08.712" v="1090" actId="255"/>
          <ac:spMkLst>
            <pc:docMk/>
            <pc:sldMk cId="3596985795" sldId="264"/>
            <ac:spMk id="28" creationId="{098E946D-B8CA-AA6D-C2A2-D1626DB4F9CB}"/>
          </ac:spMkLst>
        </pc:spChg>
        <pc:spChg chg="add">
          <ac:chgData name="Jorge Luis Rodriguez" userId="29227534-bd97-40cf-8a22-e4919bf3236a" providerId="ADAL" clId="{E6581663-32DF-4F37-AB75-475B4CBF42DF}" dt="2026-01-30T17:08:51.811" v="974"/>
          <ac:spMkLst>
            <pc:docMk/>
            <pc:sldMk cId="3596985795" sldId="264"/>
            <ac:spMk id="29" creationId="{CACA3D5B-5E11-8063-EE41-DBDCA44BF2F6}"/>
          </ac:spMkLst>
        </pc:spChg>
        <pc:spChg chg="add mod">
          <ac:chgData name="Jorge Luis Rodriguez" userId="29227534-bd97-40cf-8a22-e4919bf3236a" providerId="ADAL" clId="{E6581663-32DF-4F37-AB75-475B4CBF42DF}" dt="2026-01-30T17:09:01.687" v="976"/>
          <ac:spMkLst>
            <pc:docMk/>
            <pc:sldMk cId="3596985795" sldId="264"/>
            <ac:spMk id="30" creationId="{3EEC2021-EB7B-84ED-282D-B5E685017AAB}"/>
          </ac:spMkLst>
        </pc:spChg>
        <pc:spChg chg="add">
          <ac:chgData name="Jorge Luis Rodriguez" userId="29227534-bd97-40cf-8a22-e4919bf3236a" providerId="ADAL" clId="{E6581663-32DF-4F37-AB75-475B4CBF42DF}" dt="2026-01-30T17:09:06.214" v="977"/>
          <ac:spMkLst>
            <pc:docMk/>
            <pc:sldMk cId="3596985795" sldId="264"/>
            <ac:spMk id="31" creationId="{4FCD88F5-635D-2ED2-0A9C-CFA856AA9746}"/>
          </ac:spMkLst>
        </pc:spChg>
        <pc:spChg chg="add">
          <ac:chgData name="Jorge Luis Rodriguez" userId="29227534-bd97-40cf-8a22-e4919bf3236a" providerId="ADAL" clId="{E6581663-32DF-4F37-AB75-475B4CBF42DF}" dt="2026-01-30T17:09:14.307" v="979"/>
          <ac:spMkLst>
            <pc:docMk/>
            <pc:sldMk cId="3596985795" sldId="264"/>
            <ac:spMk id="32" creationId="{40204EDE-5512-6652-8DBC-88B1C6B677AD}"/>
          </ac:spMkLst>
        </pc:spChg>
        <pc:spChg chg="add mod">
          <ac:chgData name="Jorge Luis Rodriguez" userId="29227534-bd97-40cf-8a22-e4919bf3236a" providerId="ADAL" clId="{E6581663-32DF-4F37-AB75-475B4CBF42DF}" dt="2026-01-30T17:41:56.485" v="1537" actId="20577"/>
          <ac:spMkLst>
            <pc:docMk/>
            <pc:sldMk cId="3596985795" sldId="264"/>
            <ac:spMk id="38" creationId="{DD2E5D62-F414-7620-ECA0-2FD83424561C}"/>
          </ac:spMkLst>
        </pc:spChg>
        <pc:grpChg chg="add mod">
          <ac:chgData name="Jorge Luis Rodriguez" userId="29227534-bd97-40cf-8a22-e4919bf3236a" providerId="ADAL" clId="{E6581663-32DF-4F37-AB75-475B4CBF42DF}" dt="2026-01-30T17:13:43.024" v="1074" actId="164"/>
          <ac:grpSpMkLst>
            <pc:docMk/>
            <pc:sldMk cId="3596985795" sldId="264"/>
            <ac:grpSpMk id="33" creationId="{A41F3C81-14A2-D629-C0EF-41DF31785722}"/>
          </ac:grpSpMkLst>
        </pc:grpChg>
        <pc:grpChg chg="add mod">
          <ac:chgData name="Jorge Luis Rodriguez" userId="29227534-bd97-40cf-8a22-e4919bf3236a" providerId="ADAL" clId="{E6581663-32DF-4F37-AB75-475B4CBF42DF}" dt="2026-01-30T17:13:42.445" v="1073" actId="164"/>
          <ac:grpSpMkLst>
            <pc:docMk/>
            <pc:sldMk cId="3596985795" sldId="264"/>
            <ac:grpSpMk id="34" creationId="{50C93BAD-1AFB-9E21-722A-95C1CD5278CC}"/>
          </ac:grpSpMkLst>
        </pc:grpChg>
        <pc:grpChg chg="add mod">
          <ac:chgData name="Jorge Luis Rodriguez" userId="29227534-bd97-40cf-8a22-e4919bf3236a" providerId="ADAL" clId="{E6581663-32DF-4F37-AB75-475B4CBF42DF}" dt="2026-01-30T17:13:41.814" v="1072" actId="164"/>
          <ac:grpSpMkLst>
            <pc:docMk/>
            <pc:sldMk cId="3596985795" sldId="264"/>
            <ac:grpSpMk id="35" creationId="{B4C2DE80-B772-1F27-276A-04794AAFCEFF}"/>
          </ac:grpSpMkLst>
        </pc:grpChg>
        <pc:grpChg chg="add mod">
          <ac:chgData name="Jorge Luis Rodriguez" userId="29227534-bd97-40cf-8a22-e4919bf3236a" providerId="ADAL" clId="{E6581663-32DF-4F37-AB75-475B4CBF42DF}" dt="2026-01-30T17:13:40.526" v="1071" actId="164"/>
          <ac:grpSpMkLst>
            <pc:docMk/>
            <pc:sldMk cId="3596985795" sldId="264"/>
            <ac:grpSpMk id="36" creationId="{24C7F8B6-75E7-6294-8C20-B2619BA8C285}"/>
          </ac:grpSpMkLst>
        </pc:grpChg>
        <pc:picChg chg="add mod">
          <ac:chgData name="Jorge Luis Rodriguez" userId="29227534-bd97-40cf-8a22-e4919bf3236a" providerId="ADAL" clId="{E6581663-32DF-4F37-AB75-475B4CBF42DF}" dt="2026-01-30T16:30:07.226" v="396" actId="931"/>
          <ac:picMkLst>
            <pc:docMk/>
            <pc:sldMk cId="3596985795" sldId="264"/>
            <ac:picMk id="5" creationId="{85B70974-6930-8BF8-824B-1C3FADE446EE}"/>
          </ac:picMkLst>
        </pc:picChg>
        <pc:picChg chg="add mod">
          <ac:chgData name="Jorge Luis Rodriguez" userId="29227534-bd97-40cf-8a22-e4919bf3236a" providerId="ADAL" clId="{E6581663-32DF-4F37-AB75-475B4CBF42DF}" dt="2026-01-30T17:40:41.681" v="1535" actId="207"/>
          <ac:picMkLst>
            <pc:docMk/>
            <pc:sldMk cId="3596985795" sldId="264"/>
            <ac:picMk id="9" creationId="{05A14E9B-07DE-54A3-E36F-F9B528F7849B}"/>
          </ac:picMkLst>
        </pc:picChg>
        <pc:picChg chg="add mod">
          <ac:chgData name="Jorge Luis Rodriguez" userId="29227534-bd97-40cf-8a22-e4919bf3236a" providerId="ADAL" clId="{E6581663-32DF-4F37-AB75-475B4CBF42DF}" dt="2026-01-30T17:40:41.681" v="1535" actId="207"/>
          <ac:picMkLst>
            <pc:docMk/>
            <pc:sldMk cId="3596985795" sldId="264"/>
            <ac:picMk id="11" creationId="{335F6B3B-2DFC-8EC9-C6F9-C8EA8B4DDA9C}"/>
          </ac:picMkLst>
        </pc:picChg>
        <pc:picChg chg="add mod">
          <ac:chgData name="Jorge Luis Rodriguez" userId="29227534-bd97-40cf-8a22-e4919bf3236a" providerId="ADAL" clId="{E6581663-32DF-4F37-AB75-475B4CBF42DF}" dt="2026-01-30T17:40:41.681" v="1535" actId="207"/>
          <ac:picMkLst>
            <pc:docMk/>
            <pc:sldMk cId="3596985795" sldId="264"/>
            <ac:picMk id="13" creationId="{7856F81F-DA5C-605A-20E5-C9D253F6547B}"/>
          </ac:picMkLst>
        </pc:picChg>
        <pc:picChg chg="add mod">
          <ac:chgData name="Jorge Luis Rodriguez" userId="29227534-bd97-40cf-8a22-e4919bf3236a" providerId="ADAL" clId="{E6581663-32DF-4F37-AB75-475B4CBF42DF}" dt="2026-01-30T17:40:41.681" v="1535" actId="207"/>
          <ac:picMkLst>
            <pc:docMk/>
            <pc:sldMk cId="3596985795" sldId="264"/>
            <ac:picMk id="15" creationId="{ACE3BD18-2FC7-DCD8-685A-001FC69AE354}"/>
          </ac:picMkLst>
        </pc:picChg>
        <pc:cxnChg chg="add mod">
          <ac:chgData name="Jorge Luis Rodriguez" userId="29227534-bd97-40cf-8a22-e4919bf3236a" providerId="ADAL" clId="{E6581663-32DF-4F37-AB75-475B4CBF42DF}" dt="2026-01-30T16:46:23.032" v="624" actId="208"/>
          <ac:cxnSpMkLst>
            <pc:docMk/>
            <pc:sldMk cId="3596985795" sldId="264"/>
            <ac:cxnSpMk id="18" creationId="{1D287D9B-CC1E-E56B-B072-8E65732E5ED1}"/>
          </ac:cxnSpMkLst>
        </pc:cxnChg>
        <pc:cxnChg chg="add mod">
          <ac:chgData name="Jorge Luis Rodriguez" userId="29227534-bd97-40cf-8a22-e4919bf3236a" providerId="ADAL" clId="{E6581663-32DF-4F37-AB75-475B4CBF42DF}" dt="2026-01-30T16:46:23.032" v="624" actId="208"/>
          <ac:cxnSpMkLst>
            <pc:docMk/>
            <pc:sldMk cId="3596985795" sldId="264"/>
            <ac:cxnSpMk id="20" creationId="{3C9869FE-4C04-0F37-9505-413077099107}"/>
          </ac:cxnSpMkLst>
        </pc:cxnChg>
        <pc:cxnChg chg="add mod">
          <ac:chgData name="Jorge Luis Rodriguez" userId="29227534-bd97-40cf-8a22-e4919bf3236a" providerId="ADAL" clId="{E6581663-32DF-4F37-AB75-475B4CBF42DF}" dt="2026-01-30T16:45:51.721" v="591" actId="571"/>
          <ac:cxnSpMkLst>
            <pc:docMk/>
            <pc:sldMk cId="3596985795" sldId="264"/>
            <ac:cxnSpMk id="21" creationId="{9668D6CE-8166-1DF0-CDB4-D9200E49FF08}"/>
          </ac:cxnSpMkLst>
        </pc:cxnChg>
        <pc:cxnChg chg="add mod">
          <ac:chgData name="Jorge Luis Rodriguez" userId="29227534-bd97-40cf-8a22-e4919bf3236a" providerId="ADAL" clId="{E6581663-32DF-4F37-AB75-475B4CBF42DF}" dt="2026-01-30T16:45:51.721" v="591" actId="571"/>
          <ac:cxnSpMkLst>
            <pc:docMk/>
            <pc:sldMk cId="3596985795" sldId="264"/>
            <ac:cxnSpMk id="22" creationId="{BCBC84E0-AA27-F1E1-F03F-ABA85FDD1DCB}"/>
          </ac:cxnSpMkLst>
        </pc:cxnChg>
        <pc:cxnChg chg="add mod">
          <ac:chgData name="Jorge Luis Rodriguez" userId="29227534-bd97-40cf-8a22-e4919bf3236a" providerId="ADAL" clId="{E6581663-32DF-4F37-AB75-475B4CBF42DF}" dt="2026-01-30T16:46:23.032" v="624" actId="208"/>
          <ac:cxnSpMkLst>
            <pc:docMk/>
            <pc:sldMk cId="3596985795" sldId="264"/>
            <ac:cxnSpMk id="23" creationId="{E3E6D412-5F01-D383-492A-C614C2A396A8}"/>
          </ac:cxnSpMkLst>
        </pc:cxnChg>
      </pc:sldChg>
      <pc:sldChg chg="modSp new del mod">
        <pc:chgData name="Jorge Luis Rodriguez" userId="29227534-bd97-40cf-8a22-e4919bf3236a" providerId="ADAL" clId="{E6581663-32DF-4F37-AB75-475B4CBF42DF}" dt="2026-01-30T17:35:57.538" v="1533" actId="47"/>
        <pc:sldMkLst>
          <pc:docMk/>
          <pc:sldMk cId="985186724" sldId="265"/>
        </pc:sldMkLst>
        <pc:spChg chg="mod">
          <ac:chgData name="Jorge Luis Rodriguez" userId="29227534-bd97-40cf-8a22-e4919bf3236a" providerId="ADAL" clId="{E6581663-32DF-4F37-AB75-475B4CBF42DF}" dt="2026-01-30T04:06:16.250" v="74" actId="255"/>
          <ac:spMkLst>
            <pc:docMk/>
            <pc:sldMk cId="985186724" sldId="265"/>
            <ac:spMk id="2" creationId="{53F5A4D9-93AD-ACCA-0D0C-B50760EF61B5}"/>
          </ac:spMkLst>
        </pc:spChg>
      </pc:sldChg>
      <pc:sldChg chg="modSp new del mod">
        <pc:chgData name="Jorge Luis Rodriguez" userId="29227534-bd97-40cf-8a22-e4919bf3236a" providerId="ADAL" clId="{E6581663-32DF-4F37-AB75-475B4CBF42DF}" dt="2026-01-30T18:38:15.335" v="1762" actId="47"/>
        <pc:sldMkLst>
          <pc:docMk/>
          <pc:sldMk cId="2358379274" sldId="266"/>
        </pc:sldMkLst>
        <pc:spChg chg="mod">
          <ac:chgData name="Jorge Luis Rodriguez" userId="29227534-bd97-40cf-8a22-e4919bf3236a" providerId="ADAL" clId="{E6581663-32DF-4F37-AB75-475B4CBF42DF}" dt="2026-01-30T04:06:56.069" v="82" actId="255"/>
          <ac:spMkLst>
            <pc:docMk/>
            <pc:sldMk cId="2358379274" sldId="266"/>
            <ac:spMk id="2" creationId="{0D599E9D-E090-0180-1C96-70049A203446}"/>
          </ac:spMkLst>
        </pc:spChg>
      </pc:sldChg>
      <pc:sldChg chg="addSp delSp modSp new mod ord modClrScheme chgLayout">
        <pc:chgData name="Jorge Luis Rodriguez" userId="29227534-bd97-40cf-8a22-e4919bf3236a" providerId="ADAL" clId="{E6581663-32DF-4F37-AB75-475B4CBF42DF}" dt="2026-01-30T18:39:34.080" v="1772"/>
        <pc:sldMkLst>
          <pc:docMk/>
          <pc:sldMk cId="3756163227" sldId="267"/>
        </pc:sldMkLst>
        <pc:spChg chg="mod">
          <ac:chgData name="Jorge Luis Rodriguez" userId="29227534-bd97-40cf-8a22-e4919bf3236a" providerId="ADAL" clId="{E6581663-32DF-4F37-AB75-475B4CBF42DF}" dt="2026-01-30T04:07:36.663" v="112" actId="20577"/>
          <ac:spMkLst>
            <pc:docMk/>
            <pc:sldMk cId="3756163227" sldId="267"/>
            <ac:spMk id="2" creationId="{BC0A9C3E-217D-9D67-B15A-FEEF8A6637FC}"/>
          </ac:spMkLst>
        </pc:spChg>
        <pc:spChg chg="del">
          <ac:chgData name="Jorge Luis Rodriguez" userId="29227534-bd97-40cf-8a22-e4919bf3236a" providerId="ADAL" clId="{E6581663-32DF-4F37-AB75-475B4CBF42DF}" dt="2026-01-30T04:07:22.532" v="84" actId="26606"/>
          <ac:spMkLst>
            <pc:docMk/>
            <pc:sldMk cId="3756163227" sldId="267"/>
            <ac:spMk id="3" creationId="{95FCDC36-BB9F-4DEB-2641-E1A269711553}"/>
          </ac:spMkLst>
        </pc:spChg>
        <pc:spChg chg="add mod">
          <ac:chgData name="Jorge Luis Rodriguez" userId="29227534-bd97-40cf-8a22-e4919bf3236a" providerId="ADAL" clId="{E6581663-32DF-4F37-AB75-475B4CBF42DF}" dt="2026-01-30T04:07:22.532" v="84" actId="26606"/>
          <ac:spMkLst>
            <pc:docMk/>
            <pc:sldMk cId="3756163227" sldId="267"/>
            <ac:spMk id="8" creationId="{FF5205C8-E46F-1859-A460-691D87C80056}"/>
          </ac:spMkLst>
        </pc:spChg>
      </pc:sldChg>
      <pc:sldChg chg="addSp delSp modSp new mod modClrScheme chgLayout">
        <pc:chgData name="Jorge Luis Rodriguez" userId="29227534-bd97-40cf-8a22-e4919bf3236a" providerId="ADAL" clId="{E6581663-32DF-4F37-AB75-475B4CBF42DF}" dt="2026-01-30T04:08:26.117" v="166" actId="20577"/>
        <pc:sldMkLst>
          <pc:docMk/>
          <pc:sldMk cId="3903779044" sldId="268"/>
        </pc:sldMkLst>
        <pc:spChg chg="del mod ord">
          <ac:chgData name="Jorge Luis Rodriguez" userId="29227534-bd97-40cf-8a22-e4919bf3236a" providerId="ADAL" clId="{E6581663-32DF-4F37-AB75-475B4CBF42DF}" dt="2026-01-30T04:07:55.737" v="115" actId="700"/>
          <ac:spMkLst>
            <pc:docMk/>
            <pc:sldMk cId="3903779044" sldId="268"/>
            <ac:spMk id="2" creationId="{76AC5C81-6129-1EE6-1592-8F8B6F8C768F}"/>
          </ac:spMkLst>
        </pc:spChg>
        <pc:spChg chg="del mod ord">
          <ac:chgData name="Jorge Luis Rodriguez" userId="29227534-bd97-40cf-8a22-e4919bf3236a" providerId="ADAL" clId="{E6581663-32DF-4F37-AB75-475B4CBF42DF}" dt="2026-01-30T04:07:55.737" v="115" actId="700"/>
          <ac:spMkLst>
            <pc:docMk/>
            <pc:sldMk cId="3903779044" sldId="268"/>
            <ac:spMk id="3" creationId="{1E20B0A1-E06E-A22B-08DF-4497EC295AF4}"/>
          </ac:spMkLst>
        </pc:spChg>
        <pc:spChg chg="add mod ord">
          <ac:chgData name="Jorge Luis Rodriguez" userId="29227534-bd97-40cf-8a22-e4919bf3236a" providerId="ADAL" clId="{E6581663-32DF-4F37-AB75-475B4CBF42DF}" dt="2026-01-30T04:08:26.117" v="166" actId="20577"/>
          <ac:spMkLst>
            <pc:docMk/>
            <pc:sldMk cId="3903779044" sldId="268"/>
            <ac:spMk id="4" creationId="{D562E3BC-A80D-DB1A-2600-28285858145B}"/>
          </ac:spMkLst>
        </pc:spChg>
        <pc:spChg chg="add mod ord">
          <ac:chgData name="Jorge Luis Rodriguez" userId="29227534-bd97-40cf-8a22-e4919bf3236a" providerId="ADAL" clId="{E6581663-32DF-4F37-AB75-475B4CBF42DF}" dt="2026-01-30T04:07:55.737" v="115" actId="700"/>
          <ac:spMkLst>
            <pc:docMk/>
            <pc:sldMk cId="3903779044" sldId="268"/>
            <ac:spMk id="5" creationId="{1902AFFA-BE9E-FEA1-AEE2-7F1F4933B96E}"/>
          </ac:spMkLst>
        </pc:spChg>
      </pc:sldChg>
      <pc:sldChg chg="addSp delSp modSp new mod modClrScheme chgLayout">
        <pc:chgData name="Jorge Luis Rodriguez" userId="29227534-bd97-40cf-8a22-e4919bf3236a" providerId="ADAL" clId="{E6581663-32DF-4F37-AB75-475B4CBF42DF}" dt="2026-01-30T21:18:01.245" v="1910" actId="122"/>
        <pc:sldMkLst>
          <pc:docMk/>
          <pc:sldMk cId="2411548827" sldId="269"/>
        </pc:sldMkLst>
        <pc:spChg chg="mod ord">
          <ac:chgData name="Jorge Luis Rodriguez" userId="29227534-bd97-40cf-8a22-e4919bf3236a" providerId="ADAL" clId="{E6581663-32DF-4F37-AB75-475B4CBF42DF}" dt="2026-01-30T20:05:19.775" v="1799"/>
          <ac:spMkLst>
            <pc:docMk/>
            <pc:sldMk cId="2411548827" sldId="269"/>
            <ac:spMk id="2" creationId="{936C5AE9-E42D-FF60-841D-F5E64E0969D2}"/>
          </ac:spMkLst>
        </pc:spChg>
        <pc:spChg chg="del mod ord">
          <ac:chgData name="Jorge Luis Rodriguez" userId="29227534-bd97-40cf-8a22-e4919bf3236a" providerId="ADAL" clId="{E6581663-32DF-4F37-AB75-475B4CBF42DF}" dt="2026-01-30T19:59:07.246" v="1779" actId="700"/>
          <ac:spMkLst>
            <pc:docMk/>
            <pc:sldMk cId="2411548827" sldId="269"/>
            <ac:spMk id="3" creationId="{B5DA66FF-8733-F921-EAD5-E61B89C1A6F8}"/>
          </ac:spMkLst>
        </pc:spChg>
        <pc:spChg chg="add mod ord">
          <ac:chgData name="Jorge Luis Rodriguez" userId="29227534-bd97-40cf-8a22-e4919bf3236a" providerId="ADAL" clId="{E6581663-32DF-4F37-AB75-475B4CBF42DF}" dt="2026-01-30T21:11:10.094" v="1895" actId="122"/>
          <ac:spMkLst>
            <pc:docMk/>
            <pc:sldMk cId="2411548827" sldId="269"/>
            <ac:spMk id="4" creationId="{6D04C76B-A812-D167-53B0-C537C3986F4E}"/>
          </ac:spMkLst>
        </pc:spChg>
        <pc:spChg chg="add mod ord">
          <ac:chgData name="Jorge Luis Rodriguez" userId="29227534-bd97-40cf-8a22-e4919bf3236a" providerId="ADAL" clId="{E6581663-32DF-4F37-AB75-475B4CBF42DF}" dt="2026-01-30T21:11:26.619" v="1896" actId="20577"/>
          <ac:spMkLst>
            <pc:docMk/>
            <pc:sldMk cId="2411548827" sldId="269"/>
            <ac:spMk id="5" creationId="{99391A56-3DCC-AB7C-4B7C-3D5B3FA8CB74}"/>
          </ac:spMkLst>
        </pc:spChg>
        <pc:spChg chg="add mod ord">
          <ac:chgData name="Jorge Luis Rodriguez" userId="29227534-bd97-40cf-8a22-e4919bf3236a" providerId="ADAL" clId="{E6581663-32DF-4F37-AB75-475B4CBF42DF}" dt="2026-01-30T21:11:10.094" v="1895" actId="122"/>
          <ac:spMkLst>
            <pc:docMk/>
            <pc:sldMk cId="2411548827" sldId="269"/>
            <ac:spMk id="6" creationId="{293854FE-970B-233F-A855-2AE7C98F2DD1}"/>
          </ac:spMkLst>
        </pc:spChg>
        <pc:spChg chg="add mod ord">
          <ac:chgData name="Jorge Luis Rodriguez" userId="29227534-bd97-40cf-8a22-e4919bf3236a" providerId="ADAL" clId="{E6581663-32DF-4F37-AB75-475B4CBF42DF}" dt="2026-01-30T21:07:26.872" v="1863" actId="27636"/>
          <ac:spMkLst>
            <pc:docMk/>
            <pc:sldMk cId="2411548827" sldId="269"/>
            <ac:spMk id="7" creationId="{D93E8C8C-4560-0B35-7F3C-AAC46F631E6F}"/>
          </ac:spMkLst>
        </pc:spChg>
        <pc:spChg chg="add mod">
          <ac:chgData name="Jorge Luis Rodriguez" userId="29227534-bd97-40cf-8a22-e4919bf3236a" providerId="ADAL" clId="{E6581663-32DF-4F37-AB75-475B4CBF42DF}" dt="2026-01-30T20:00:21.782" v="1784" actId="571"/>
          <ac:spMkLst>
            <pc:docMk/>
            <pc:sldMk cId="2411548827" sldId="269"/>
            <ac:spMk id="8" creationId="{DAEDC138-3C79-C431-8CE9-7A948BBE74DB}"/>
          </ac:spMkLst>
        </pc:spChg>
        <pc:spChg chg="add mod">
          <ac:chgData name="Jorge Luis Rodriguez" userId="29227534-bd97-40cf-8a22-e4919bf3236a" providerId="ADAL" clId="{E6581663-32DF-4F37-AB75-475B4CBF42DF}" dt="2026-01-30T20:00:21.782" v="1784" actId="571"/>
          <ac:spMkLst>
            <pc:docMk/>
            <pc:sldMk cId="2411548827" sldId="269"/>
            <ac:spMk id="9" creationId="{A3A0AA43-6F68-F450-549A-8ED5BEFA901F}"/>
          </ac:spMkLst>
        </pc:spChg>
        <pc:spChg chg="add mod">
          <ac:chgData name="Jorge Luis Rodriguez" userId="29227534-bd97-40cf-8a22-e4919bf3236a" providerId="ADAL" clId="{E6581663-32DF-4F37-AB75-475B4CBF42DF}" dt="2026-01-30T21:11:10.094" v="1895" actId="122"/>
          <ac:spMkLst>
            <pc:docMk/>
            <pc:sldMk cId="2411548827" sldId="269"/>
            <ac:spMk id="10" creationId="{053DE6A3-97B0-CA71-759E-A47B7973342C}"/>
          </ac:spMkLst>
        </pc:spChg>
        <pc:spChg chg="add mod">
          <ac:chgData name="Jorge Luis Rodriguez" userId="29227534-bd97-40cf-8a22-e4919bf3236a" providerId="ADAL" clId="{E6581663-32DF-4F37-AB75-475B4CBF42DF}" dt="2026-01-30T21:09:46.452" v="1879" actId="27636"/>
          <ac:spMkLst>
            <pc:docMk/>
            <pc:sldMk cId="2411548827" sldId="269"/>
            <ac:spMk id="11" creationId="{E7397086-315B-1E08-964E-926B389F0436}"/>
          </ac:spMkLst>
        </pc:spChg>
        <pc:spChg chg="add mod">
          <ac:chgData name="Jorge Luis Rodriguez" userId="29227534-bd97-40cf-8a22-e4919bf3236a" providerId="ADAL" clId="{E6581663-32DF-4F37-AB75-475B4CBF42DF}" dt="2026-01-30T21:11:10.094" v="1895" actId="122"/>
          <ac:spMkLst>
            <pc:docMk/>
            <pc:sldMk cId="2411548827" sldId="269"/>
            <ac:spMk id="12" creationId="{D7D1907F-055F-CC2A-7C89-6C8C5DD51427}"/>
          </ac:spMkLst>
        </pc:spChg>
        <pc:spChg chg="add">
          <ac:chgData name="Jorge Luis Rodriguez" userId="29227534-bd97-40cf-8a22-e4919bf3236a" providerId="ADAL" clId="{E6581663-32DF-4F37-AB75-475B4CBF42DF}" dt="2026-01-30T21:05:12.354" v="1829"/>
          <ac:spMkLst>
            <pc:docMk/>
            <pc:sldMk cId="2411548827" sldId="269"/>
            <ac:spMk id="13" creationId="{350B56A6-6AB0-888C-0095-B0589A2E690D}"/>
          </ac:spMkLst>
        </pc:spChg>
        <pc:spChg chg="add mod">
          <ac:chgData name="Jorge Luis Rodriguez" userId="29227534-bd97-40cf-8a22-e4919bf3236a" providerId="ADAL" clId="{E6581663-32DF-4F37-AB75-475B4CBF42DF}" dt="2026-01-30T21:12:05.169" v="1899" actId="255"/>
          <ac:spMkLst>
            <pc:docMk/>
            <pc:sldMk cId="2411548827" sldId="269"/>
            <ac:spMk id="14" creationId="{51351D01-EE8B-860E-D0D9-A76F628FD725}"/>
          </ac:spMkLst>
        </pc:spChg>
        <pc:spChg chg="add mod">
          <ac:chgData name="Jorge Luis Rodriguez" userId="29227534-bd97-40cf-8a22-e4919bf3236a" providerId="ADAL" clId="{E6581663-32DF-4F37-AB75-475B4CBF42DF}" dt="2026-01-30T21:18:01.245" v="1910" actId="122"/>
          <ac:spMkLst>
            <pc:docMk/>
            <pc:sldMk cId="2411548827" sldId="269"/>
            <ac:spMk id="16" creationId="{56252623-8862-69A9-6D5B-2E356582F515}"/>
          </ac:spMkLst>
        </pc:spChg>
      </pc:sldChg>
      <pc:sldChg chg="modSp new del mod">
        <pc:chgData name="Jorge Luis Rodriguez" userId="29227534-bd97-40cf-8a22-e4919bf3236a" providerId="ADAL" clId="{E6581663-32DF-4F37-AB75-475B4CBF42DF}" dt="2026-01-30T21:18:21.039" v="1912" actId="47"/>
        <pc:sldMkLst>
          <pc:docMk/>
          <pc:sldMk cId="1646405573" sldId="270"/>
        </pc:sldMkLst>
        <pc:spChg chg="mod">
          <ac:chgData name="Jorge Luis Rodriguez" userId="29227534-bd97-40cf-8a22-e4919bf3236a" providerId="ADAL" clId="{E6581663-32DF-4F37-AB75-475B4CBF42DF}" dt="2026-01-30T04:09:37.701" v="179" actId="255"/>
          <ac:spMkLst>
            <pc:docMk/>
            <pc:sldMk cId="1646405573" sldId="270"/>
            <ac:spMk id="2" creationId="{01B3B03C-9EEA-0EB2-301F-6C88F436A853}"/>
          </ac:spMkLst>
        </pc:spChg>
      </pc:sldChg>
      <pc:sldChg chg="addSp delSp modSp new mod modClrScheme chgLayout">
        <pc:chgData name="Jorge Luis Rodriguez" userId="29227534-bd97-40cf-8a22-e4919bf3236a" providerId="ADAL" clId="{E6581663-32DF-4F37-AB75-475B4CBF42DF}" dt="2026-01-30T21:34:25.837" v="2256" actId="20577"/>
        <pc:sldMkLst>
          <pc:docMk/>
          <pc:sldMk cId="2284991600" sldId="271"/>
        </pc:sldMkLst>
        <pc:spChg chg="mod ord">
          <ac:chgData name="Jorge Luis Rodriguez" userId="29227534-bd97-40cf-8a22-e4919bf3236a" providerId="ADAL" clId="{E6581663-32DF-4F37-AB75-475B4CBF42DF}" dt="2026-01-30T21:30:36.359" v="2104" actId="20577"/>
          <ac:spMkLst>
            <pc:docMk/>
            <pc:sldMk cId="2284991600" sldId="271"/>
            <ac:spMk id="2" creationId="{8F8E9042-7CE4-21C6-39A6-CC77EEC2CDB3}"/>
          </ac:spMkLst>
        </pc:spChg>
        <pc:spChg chg="del mod ord">
          <ac:chgData name="Jorge Luis Rodriguez" userId="29227534-bd97-40cf-8a22-e4919bf3236a" providerId="ADAL" clId="{E6581663-32DF-4F37-AB75-475B4CBF42DF}" dt="2026-01-30T21:30:10.104" v="2097" actId="700"/>
          <ac:spMkLst>
            <pc:docMk/>
            <pc:sldMk cId="2284991600" sldId="271"/>
            <ac:spMk id="3" creationId="{2E72E771-05B9-2B9E-6792-876B62718EDB}"/>
          </ac:spMkLst>
        </pc:spChg>
        <pc:spChg chg="add del mod ord">
          <ac:chgData name="Jorge Luis Rodriguez" userId="29227534-bd97-40cf-8a22-e4919bf3236a" providerId="ADAL" clId="{E6581663-32DF-4F37-AB75-475B4CBF42DF}" dt="2026-01-30T21:30:13.345" v="2098" actId="700"/>
          <ac:spMkLst>
            <pc:docMk/>
            <pc:sldMk cId="2284991600" sldId="271"/>
            <ac:spMk id="4" creationId="{BEF53DE2-E1F3-6938-6A3B-0DF1288DB845}"/>
          </ac:spMkLst>
        </pc:spChg>
        <pc:spChg chg="add del mod ord">
          <ac:chgData name="Jorge Luis Rodriguez" userId="29227534-bd97-40cf-8a22-e4919bf3236a" providerId="ADAL" clId="{E6581663-32DF-4F37-AB75-475B4CBF42DF}" dt="2026-01-30T21:30:13.345" v="2098" actId="700"/>
          <ac:spMkLst>
            <pc:docMk/>
            <pc:sldMk cId="2284991600" sldId="271"/>
            <ac:spMk id="5" creationId="{50781A79-650F-5165-79F0-EE960DF0460A}"/>
          </ac:spMkLst>
        </pc:spChg>
        <pc:spChg chg="add mod ord">
          <ac:chgData name="Jorge Luis Rodriguez" userId="29227534-bd97-40cf-8a22-e4919bf3236a" providerId="ADAL" clId="{E6581663-32DF-4F37-AB75-475B4CBF42DF}" dt="2026-01-30T21:31:03.937" v="2124" actId="20577"/>
          <ac:spMkLst>
            <pc:docMk/>
            <pc:sldMk cId="2284991600" sldId="271"/>
            <ac:spMk id="6" creationId="{BAC62824-1887-8483-5BBA-F838C6EEDF88}"/>
          </ac:spMkLst>
        </pc:spChg>
        <pc:spChg chg="add mod ord">
          <ac:chgData name="Jorge Luis Rodriguez" userId="29227534-bd97-40cf-8a22-e4919bf3236a" providerId="ADAL" clId="{E6581663-32DF-4F37-AB75-475B4CBF42DF}" dt="2026-01-30T21:32:45.145" v="2156" actId="113"/>
          <ac:spMkLst>
            <pc:docMk/>
            <pc:sldMk cId="2284991600" sldId="271"/>
            <ac:spMk id="7" creationId="{54E890EE-86D6-13A6-CB5F-B447B7DDA54B}"/>
          </ac:spMkLst>
        </pc:spChg>
        <pc:spChg chg="add mod ord">
          <ac:chgData name="Jorge Luis Rodriguez" userId="29227534-bd97-40cf-8a22-e4919bf3236a" providerId="ADAL" clId="{E6581663-32DF-4F37-AB75-475B4CBF42DF}" dt="2026-01-30T21:33:24.732" v="2228" actId="20577"/>
          <ac:spMkLst>
            <pc:docMk/>
            <pc:sldMk cId="2284991600" sldId="271"/>
            <ac:spMk id="8" creationId="{60BDF23E-3ADF-4F6B-1FF1-BB9582B70A35}"/>
          </ac:spMkLst>
        </pc:spChg>
        <pc:spChg chg="add mod ord">
          <ac:chgData name="Jorge Luis Rodriguez" userId="29227534-bd97-40cf-8a22-e4919bf3236a" providerId="ADAL" clId="{E6581663-32DF-4F37-AB75-475B4CBF42DF}" dt="2026-01-30T21:34:25.837" v="2256" actId="20577"/>
          <ac:spMkLst>
            <pc:docMk/>
            <pc:sldMk cId="2284991600" sldId="271"/>
            <ac:spMk id="9" creationId="{8B756B64-B5FE-71FD-D3F5-D634024C49C7}"/>
          </ac:spMkLst>
        </pc:spChg>
      </pc:sldChg>
      <pc:sldChg chg="modSp new mod modNotesTx">
        <pc:chgData name="Jorge Luis Rodriguez" userId="29227534-bd97-40cf-8a22-e4919bf3236a" providerId="ADAL" clId="{E6581663-32DF-4F37-AB75-475B4CBF42DF}" dt="2026-01-30T21:55:22.580" v="2826" actId="20577"/>
        <pc:sldMkLst>
          <pc:docMk/>
          <pc:sldMk cId="3078116001" sldId="272"/>
        </pc:sldMkLst>
        <pc:spChg chg="mod">
          <ac:chgData name="Jorge Luis Rodriguez" userId="29227534-bd97-40cf-8a22-e4919bf3236a" providerId="ADAL" clId="{E6581663-32DF-4F37-AB75-475B4CBF42DF}" dt="2026-01-30T04:11:03.806" v="201" actId="255"/>
          <ac:spMkLst>
            <pc:docMk/>
            <pc:sldMk cId="3078116001" sldId="272"/>
            <ac:spMk id="2" creationId="{C58028D3-A9F3-DA51-29AD-86767CE94917}"/>
          </ac:spMkLst>
        </pc:spChg>
        <pc:spChg chg="mod">
          <ac:chgData name="Jorge Luis Rodriguez" userId="29227534-bd97-40cf-8a22-e4919bf3236a" providerId="ADAL" clId="{E6581663-32DF-4F37-AB75-475B4CBF42DF}" dt="2026-01-30T21:53:54.741" v="2679" actId="20577"/>
          <ac:spMkLst>
            <pc:docMk/>
            <pc:sldMk cId="3078116001" sldId="272"/>
            <ac:spMk id="3" creationId="{2FB2197F-46F6-AEC7-659B-A898CBAB3F81}"/>
          </ac:spMkLst>
        </pc:spChg>
      </pc:sldChg>
      <pc:sldChg chg="modSp add mod modNotesTx">
        <pc:chgData name="Jorge Luis Rodriguez" userId="29227534-bd97-40cf-8a22-e4919bf3236a" providerId="ADAL" clId="{E6581663-32DF-4F37-AB75-475B4CBF42DF}" dt="2026-01-30T21:52:36.086" v="2632" actId="20577"/>
        <pc:sldMkLst>
          <pc:docMk/>
          <pc:sldMk cId="2053621176" sldId="273"/>
        </pc:sldMkLst>
        <pc:spChg chg="mod">
          <ac:chgData name="Jorge Luis Rodriguez" userId="29227534-bd97-40cf-8a22-e4919bf3236a" providerId="ADAL" clId="{E6581663-32DF-4F37-AB75-475B4CBF42DF}" dt="2026-01-30T17:20:53.443" v="1129"/>
          <ac:spMkLst>
            <pc:docMk/>
            <pc:sldMk cId="2053621176" sldId="273"/>
            <ac:spMk id="2" creationId="{DC185882-423D-3110-51ED-E2F38834357F}"/>
          </ac:spMkLst>
        </pc:spChg>
        <pc:spChg chg="mod">
          <ac:chgData name="Jorge Luis Rodriguez" userId="29227534-bd97-40cf-8a22-e4919bf3236a" providerId="ADAL" clId="{E6581663-32DF-4F37-AB75-475B4CBF42DF}" dt="2026-01-30T17:24:01.472" v="1159" actId="1076"/>
          <ac:spMkLst>
            <pc:docMk/>
            <pc:sldMk cId="2053621176" sldId="273"/>
            <ac:spMk id="6" creationId="{310DFE14-9C33-A4A5-89C7-1C8F2782EAE2}"/>
          </ac:spMkLst>
        </pc:spChg>
        <pc:spChg chg="mod">
          <ac:chgData name="Jorge Luis Rodriguez" userId="29227534-bd97-40cf-8a22-e4919bf3236a" providerId="ADAL" clId="{E6581663-32DF-4F37-AB75-475B4CBF42DF}" dt="2026-01-30T17:47:14.442" v="1551" actId="20577"/>
          <ac:spMkLst>
            <pc:docMk/>
            <pc:sldMk cId="2053621176" sldId="273"/>
            <ac:spMk id="7" creationId="{47A063FD-CF24-3440-D643-59C0FDCC8BB6}"/>
          </ac:spMkLst>
        </pc:spChg>
        <pc:spChg chg="mod">
          <ac:chgData name="Jorge Luis Rodriguez" userId="29227534-bd97-40cf-8a22-e4919bf3236a" providerId="ADAL" clId="{E6581663-32DF-4F37-AB75-475B4CBF42DF}" dt="2026-01-30T17:22:03.169" v="1137" actId="12788"/>
          <ac:spMkLst>
            <pc:docMk/>
            <pc:sldMk cId="2053621176" sldId="273"/>
            <ac:spMk id="16" creationId="{0D83FD5C-143D-7BC7-8D95-873687921CD9}"/>
          </ac:spMkLst>
        </pc:spChg>
        <pc:spChg chg="mod">
          <ac:chgData name="Jorge Luis Rodriguez" userId="29227534-bd97-40cf-8a22-e4919bf3236a" providerId="ADAL" clId="{E6581663-32DF-4F37-AB75-475B4CBF42DF}" dt="2026-01-30T17:51:24.796" v="1567" actId="12788"/>
          <ac:spMkLst>
            <pc:docMk/>
            <pc:sldMk cId="2053621176" sldId="273"/>
            <ac:spMk id="24" creationId="{ABAE3DB6-038E-280A-9CBC-3A3AF6A9CC1A}"/>
          </ac:spMkLst>
        </pc:spChg>
        <pc:spChg chg="mod">
          <ac:chgData name="Jorge Luis Rodriguez" userId="29227534-bd97-40cf-8a22-e4919bf3236a" providerId="ADAL" clId="{E6581663-32DF-4F37-AB75-475B4CBF42DF}" dt="2026-01-30T17:33:43.415" v="1531" actId="20577"/>
          <ac:spMkLst>
            <pc:docMk/>
            <pc:sldMk cId="2053621176" sldId="273"/>
            <ac:spMk id="25" creationId="{3DDCEE24-D351-9BE8-866C-54D6E20BED59}"/>
          </ac:spMkLst>
        </pc:spChg>
        <pc:spChg chg="mod">
          <ac:chgData name="Jorge Luis Rodriguez" userId="29227534-bd97-40cf-8a22-e4919bf3236a" providerId="ADAL" clId="{E6581663-32DF-4F37-AB75-475B4CBF42DF}" dt="2026-01-30T17:33:40.742" v="1529" actId="20577"/>
          <ac:spMkLst>
            <pc:docMk/>
            <pc:sldMk cId="2053621176" sldId="273"/>
            <ac:spMk id="26" creationId="{34171FB1-DAF2-164D-FDDC-6D0B27D1A4A0}"/>
          </ac:spMkLst>
        </pc:spChg>
        <pc:spChg chg="mod">
          <ac:chgData name="Jorge Luis Rodriguez" userId="29227534-bd97-40cf-8a22-e4919bf3236a" providerId="ADAL" clId="{E6581663-32DF-4F37-AB75-475B4CBF42DF}" dt="2026-01-30T17:33:15.475" v="1526" actId="20577"/>
          <ac:spMkLst>
            <pc:docMk/>
            <pc:sldMk cId="2053621176" sldId="273"/>
            <ac:spMk id="27" creationId="{F572CF57-D6C4-7F98-3AE1-4E3C593EDE70}"/>
          </ac:spMkLst>
        </pc:spChg>
        <pc:spChg chg="mod">
          <ac:chgData name="Jorge Luis Rodriguez" userId="29227534-bd97-40cf-8a22-e4919bf3236a" providerId="ADAL" clId="{E6581663-32DF-4F37-AB75-475B4CBF42DF}" dt="2026-01-30T17:33:25.906" v="1527" actId="14100"/>
          <ac:spMkLst>
            <pc:docMk/>
            <pc:sldMk cId="2053621176" sldId="273"/>
            <ac:spMk id="28" creationId="{637D2A6C-795B-2FE5-9863-6DBA7B15D1C7}"/>
          </ac:spMkLst>
        </pc:spChg>
        <pc:spChg chg="mod">
          <ac:chgData name="Jorge Luis Rodriguez" userId="29227534-bd97-40cf-8a22-e4919bf3236a" providerId="ADAL" clId="{E6581663-32DF-4F37-AB75-475B4CBF42DF}" dt="2026-01-30T17:32:27.864" v="1505" actId="12788"/>
          <ac:spMkLst>
            <pc:docMk/>
            <pc:sldMk cId="2053621176" sldId="273"/>
            <ac:spMk id="38" creationId="{EDA00806-291B-6272-373B-2780E59E3B14}"/>
          </ac:spMkLst>
        </pc:spChg>
        <pc:picChg chg="mod">
          <ac:chgData name="Jorge Luis Rodriguez" userId="29227534-bd97-40cf-8a22-e4919bf3236a" providerId="ADAL" clId="{E6581663-32DF-4F37-AB75-475B4CBF42DF}" dt="2026-01-30T17:40:59.571" v="1536" actId="207"/>
          <ac:picMkLst>
            <pc:docMk/>
            <pc:sldMk cId="2053621176" sldId="273"/>
            <ac:picMk id="9" creationId="{0F09933F-EB13-3D9F-3028-2BF98A8E785B}"/>
          </ac:picMkLst>
        </pc:picChg>
        <pc:picChg chg="mod">
          <ac:chgData name="Jorge Luis Rodriguez" userId="29227534-bd97-40cf-8a22-e4919bf3236a" providerId="ADAL" clId="{E6581663-32DF-4F37-AB75-475B4CBF42DF}" dt="2026-01-30T17:40:59.571" v="1536" actId="207"/>
          <ac:picMkLst>
            <pc:docMk/>
            <pc:sldMk cId="2053621176" sldId="273"/>
            <ac:picMk id="11" creationId="{72DFBD46-D4F1-D76C-7B0D-9B79E7363889}"/>
          </ac:picMkLst>
        </pc:picChg>
        <pc:picChg chg="mod">
          <ac:chgData name="Jorge Luis Rodriguez" userId="29227534-bd97-40cf-8a22-e4919bf3236a" providerId="ADAL" clId="{E6581663-32DF-4F37-AB75-475B4CBF42DF}" dt="2026-01-30T17:40:59.571" v="1536" actId="207"/>
          <ac:picMkLst>
            <pc:docMk/>
            <pc:sldMk cId="2053621176" sldId="273"/>
            <ac:picMk id="13" creationId="{2C64F03E-EBA0-165F-B1FB-F36822891304}"/>
          </ac:picMkLst>
        </pc:picChg>
        <pc:picChg chg="mod">
          <ac:chgData name="Jorge Luis Rodriguez" userId="29227534-bd97-40cf-8a22-e4919bf3236a" providerId="ADAL" clId="{E6581663-32DF-4F37-AB75-475B4CBF42DF}" dt="2026-01-30T17:40:59.571" v="1536" actId="207"/>
          <ac:picMkLst>
            <pc:docMk/>
            <pc:sldMk cId="2053621176" sldId="273"/>
            <ac:picMk id="15" creationId="{FA3A63CE-46B2-3D97-E917-7BA09AF61126}"/>
          </ac:picMkLst>
        </pc:picChg>
      </pc:sldChg>
      <pc:sldChg chg="addSp delSp modSp add mod">
        <pc:chgData name="Jorge Luis Rodriguez" userId="29227534-bd97-40cf-8a22-e4919bf3236a" providerId="ADAL" clId="{E6581663-32DF-4F37-AB75-475B4CBF42DF}" dt="2026-01-30T18:37:54.504" v="1761" actId="207"/>
        <pc:sldMkLst>
          <pc:docMk/>
          <pc:sldMk cId="2699864992" sldId="274"/>
        </pc:sldMkLst>
        <pc:spChg chg="mod">
          <ac:chgData name="Jorge Luis Rodriguez" userId="29227534-bd97-40cf-8a22-e4919bf3236a" providerId="ADAL" clId="{E6581663-32DF-4F37-AB75-475B4CBF42DF}" dt="2026-01-30T17:49:00.818" v="1555"/>
          <ac:spMkLst>
            <pc:docMk/>
            <pc:sldMk cId="2699864992" sldId="274"/>
            <ac:spMk id="2" creationId="{709486A4-9CBF-36D8-B2C8-D86A452ED335}"/>
          </ac:spMkLst>
        </pc:spChg>
        <pc:spChg chg="add mod">
          <ac:chgData name="Jorge Luis Rodriguez" userId="29227534-bd97-40cf-8a22-e4919bf3236a" providerId="ADAL" clId="{E6581663-32DF-4F37-AB75-475B4CBF42DF}" dt="2026-01-30T18:37:54.504" v="1761" actId="207"/>
          <ac:spMkLst>
            <pc:docMk/>
            <pc:sldMk cId="2699864992" sldId="274"/>
            <ac:spMk id="3" creationId="{25C413DB-8AB8-5E3B-E39A-1F92379F66B3}"/>
          </ac:spMkLst>
        </pc:spChg>
        <pc:spChg chg="add mod">
          <ac:chgData name="Jorge Luis Rodriguez" userId="29227534-bd97-40cf-8a22-e4919bf3236a" providerId="ADAL" clId="{E6581663-32DF-4F37-AB75-475B4CBF42DF}" dt="2026-01-30T18:37:54.504" v="1761" actId="207"/>
          <ac:spMkLst>
            <pc:docMk/>
            <pc:sldMk cId="2699864992" sldId="274"/>
            <ac:spMk id="4" creationId="{38C1818C-C437-AFDB-B376-6DB2A23EF2E8}"/>
          </ac:spMkLst>
        </pc:spChg>
        <pc:spChg chg="add mod">
          <ac:chgData name="Jorge Luis Rodriguez" userId="29227534-bd97-40cf-8a22-e4919bf3236a" providerId="ADAL" clId="{E6581663-32DF-4F37-AB75-475B4CBF42DF}" dt="2026-01-30T18:37:54.504" v="1761" actId="207"/>
          <ac:spMkLst>
            <pc:docMk/>
            <pc:sldMk cId="2699864992" sldId="274"/>
            <ac:spMk id="5" creationId="{FBF06FEA-35A7-E419-9EAD-84ACB173EEB6}"/>
          </ac:spMkLst>
        </pc:spChg>
        <pc:spChg chg="mod">
          <ac:chgData name="Jorge Luis Rodriguez" userId="29227534-bd97-40cf-8a22-e4919bf3236a" providerId="ADAL" clId="{E6581663-32DF-4F37-AB75-475B4CBF42DF}" dt="2026-01-30T18:37:54.504" v="1761" actId="207"/>
          <ac:spMkLst>
            <pc:docMk/>
            <pc:sldMk cId="2699864992" sldId="274"/>
            <ac:spMk id="6" creationId="{BF5DBBFB-0034-0DBA-4934-97BBB2B049DA}"/>
          </ac:spMkLst>
        </pc:spChg>
        <pc:spChg chg="mod">
          <ac:chgData name="Jorge Luis Rodriguez" userId="29227534-bd97-40cf-8a22-e4919bf3236a" providerId="ADAL" clId="{E6581663-32DF-4F37-AB75-475B4CBF42DF}" dt="2026-01-30T18:37:54.504" v="1761" actId="207"/>
          <ac:spMkLst>
            <pc:docMk/>
            <pc:sldMk cId="2699864992" sldId="274"/>
            <ac:spMk id="7" creationId="{B966E509-5C7E-6C49-9B52-5C2D92AB9659}"/>
          </ac:spMkLst>
        </pc:spChg>
        <pc:spChg chg="add">
          <ac:chgData name="Jorge Luis Rodriguez" userId="29227534-bd97-40cf-8a22-e4919bf3236a" providerId="ADAL" clId="{E6581663-32DF-4F37-AB75-475B4CBF42DF}" dt="2026-01-30T18:31:31.371" v="1643"/>
          <ac:spMkLst>
            <pc:docMk/>
            <pc:sldMk cId="2699864992" sldId="274"/>
            <ac:spMk id="8" creationId="{43F826B2-2BD6-3B56-14E7-1317DF7AA08E}"/>
          </ac:spMkLst>
        </pc:spChg>
        <pc:spChg chg="add del mod">
          <ac:chgData name="Jorge Luis Rodriguez" userId="29227534-bd97-40cf-8a22-e4919bf3236a" providerId="ADAL" clId="{E6581663-32DF-4F37-AB75-475B4CBF42DF}" dt="2026-01-30T18:31:46.784" v="1646" actId="478"/>
          <ac:spMkLst>
            <pc:docMk/>
            <pc:sldMk cId="2699864992" sldId="274"/>
            <ac:spMk id="10" creationId="{65905ED5-4AED-7240-F0B3-1A7367EFD3F8}"/>
          </ac:spMkLst>
        </pc:spChg>
        <pc:spChg chg="mod">
          <ac:chgData name="Jorge Luis Rodriguez" userId="29227534-bd97-40cf-8a22-e4919bf3236a" providerId="ADAL" clId="{E6581663-32DF-4F37-AB75-475B4CBF42DF}" dt="2026-01-30T18:15:19.537" v="1571" actId="12788"/>
          <ac:spMkLst>
            <pc:docMk/>
            <pc:sldMk cId="2699864992" sldId="274"/>
            <ac:spMk id="16" creationId="{1EE3C777-BD9A-BB78-8200-AD8BBA3B4D4C}"/>
          </ac:spMkLst>
        </pc:spChg>
        <pc:spChg chg="del">
          <ac:chgData name="Jorge Luis Rodriguez" userId="29227534-bd97-40cf-8a22-e4919bf3236a" providerId="ADAL" clId="{E6581663-32DF-4F37-AB75-475B4CBF42DF}" dt="2026-01-30T18:28:07.970" v="1593" actId="478"/>
          <ac:spMkLst>
            <pc:docMk/>
            <pc:sldMk cId="2699864992" sldId="274"/>
            <ac:spMk id="24" creationId="{BFB93178-F4C0-3D3E-D52D-38A9F2BF8D60}"/>
          </ac:spMkLst>
        </pc:spChg>
        <pc:spChg chg="del">
          <ac:chgData name="Jorge Luis Rodriguez" userId="29227534-bd97-40cf-8a22-e4919bf3236a" providerId="ADAL" clId="{E6581663-32DF-4F37-AB75-475B4CBF42DF}" dt="2026-01-30T18:28:07.970" v="1593" actId="478"/>
          <ac:spMkLst>
            <pc:docMk/>
            <pc:sldMk cId="2699864992" sldId="274"/>
            <ac:spMk id="25" creationId="{7CAEA9A7-BCBF-DC7F-FDD1-D9B5673040B3}"/>
          </ac:spMkLst>
        </pc:spChg>
        <pc:spChg chg="del">
          <ac:chgData name="Jorge Luis Rodriguez" userId="29227534-bd97-40cf-8a22-e4919bf3236a" providerId="ADAL" clId="{E6581663-32DF-4F37-AB75-475B4CBF42DF}" dt="2026-01-30T18:28:07.970" v="1593" actId="478"/>
          <ac:spMkLst>
            <pc:docMk/>
            <pc:sldMk cId="2699864992" sldId="274"/>
            <ac:spMk id="26" creationId="{223B21E1-62DC-C3CD-8A75-C4B6E1C7AB11}"/>
          </ac:spMkLst>
        </pc:spChg>
        <pc:spChg chg="del">
          <ac:chgData name="Jorge Luis Rodriguez" userId="29227534-bd97-40cf-8a22-e4919bf3236a" providerId="ADAL" clId="{E6581663-32DF-4F37-AB75-475B4CBF42DF}" dt="2026-01-30T18:28:07.970" v="1593" actId="478"/>
          <ac:spMkLst>
            <pc:docMk/>
            <pc:sldMk cId="2699864992" sldId="274"/>
            <ac:spMk id="27" creationId="{652CCB17-16D7-1DE0-CC4B-0D014E5D097C}"/>
          </ac:spMkLst>
        </pc:spChg>
        <pc:spChg chg="del">
          <ac:chgData name="Jorge Luis Rodriguez" userId="29227534-bd97-40cf-8a22-e4919bf3236a" providerId="ADAL" clId="{E6581663-32DF-4F37-AB75-475B4CBF42DF}" dt="2026-01-30T18:28:07.970" v="1593" actId="478"/>
          <ac:spMkLst>
            <pc:docMk/>
            <pc:sldMk cId="2699864992" sldId="274"/>
            <ac:spMk id="28" creationId="{4C0D628B-5C7E-CCAF-38F6-60817099FE3C}"/>
          </ac:spMkLst>
        </pc:spChg>
        <pc:spChg chg="del">
          <ac:chgData name="Jorge Luis Rodriguez" userId="29227534-bd97-40cf-8a22-e4919bf3236a" providerId="ADAL" clId="{E6581663-32DF-4F37-AB75-475B4CBF42DF}" dt="2026-01-30T18:28:13.868" v="1594" actId="478"/>
          <ac:spMkLst>
            <pc:docMk/>
            <pc:sldMk cId="2699864992" sldId="274"/>
            <ac:spMk id="38" creationId="{224481EA-7E88-5358-AD9B-A8DA6FEFCC7E}"/>
          </ac:spMkLst>
        </pc:spChg>
        <pc:picChg chg="del">
          <ac:chgData name="Jorge Luis Rodriguez" userId="29227534-bd97-40cf-8a22-e4919bf3236a" providerId="ADAL" clId="{E6581663-32DF-4F37-AB75-475B4CBF42DF}" dt="2026-01-30T18:28:07.970" v="1593" actId="478"/>
          <ac:picMkLst>
            <pc:docMk/>
            <pc:sldMk cId="2699864992" sldId="274"/>
            <ac:picMk id="9" creationId="{F4E24DFF-9318-5D2D-9700-9D9E849D7D42}"/>
          </ac:picMkLst>
        </pc:picChg>
        <pc:picChg chg="del">
          <ac:chgData name="Jorge Luis Rodriguez" userId="29227534-bd97-40cf-8a22-e4919bf3236a" providerId="ADAL" clId="{E6581663-32DF-4F37-AB75-475B4CBF42DF}" dt="2026-01-30T18:28:07.970" v="1593" actId="478"/>
          <ac:picMkLst>
            <pc:docMk/>
            <pc:sldMk cId="2699864992" sldId="274"/>
            <ac:picMk id="11" creationId="{C863748E-3276-8250-2BEE-6F4C95DF9461}"/>
          </ac:picMkLst>
        </pc:picChg>
        <pc:picChg chg="del">
          <ac:chgData name="Jorge Luis Rodriguez" userId="29227534-bd97-40cf-8a22-e4919bf3236a" providerId="ADAL" clId="{E6581663-32DF-4F37-AB75-475B4CBF42DF}" dt="2026-01-30T18:28:07.970" v="1593" actId="478"/>
          <ac:picMkLst>
            <pc:docMk/>
            <pc:sldMk cId="2699864992" sldId="274"/>
            <ac:picMk id="13" creationId="{18E27A11-D95E-6A39-63BD-E1E123E5883E}"/>
          </ac:picMkLst>
        </pc:picChg>
        <pc:picChg chg="del">
          <ac:chgData name="Jorge Luis Rodriguez" userId="29227534-bd97-40cf-8a22-e4919bf3236a" providerId="ADAL" clId="{E6581663-32DF-4F37-AB75-475B4CBF42DF}" dt="2026-01-30T18:28:07.970" v="1593" actId="478"/>
          <ac:picMkLst>
            <pc:docMk/>
            <pc:sldMk cId="2699864992" sldId="274"/>
            <ac:picMk id="15" creationId="{22BAE708-8906-E353-DC6E-2747F7705DC8}"/>
          </ac:picMkLst>
        </pc:picChg>
        <pc:cxnChg chg="del">
          <ac:chgData name="Jorge Luis Rodriguez" userId="29227534-bd97-40cf-8a22-e4919bf3236a" providerId="ADAL" clId="{E6581663-32DF-4F37-AB75-475B4CBF42DF}" dt="2026-01-30T18:28:02.189" v="1592" actId="478"/>
          <ac:cxnSpMkLst>
            <pc:docMk/>
            <pc:sldMk cId="2699864992" sldId="274"/>
            <ac:cxnSpMk id="18" creationId="{B4ED8455-CDC3-2706-C8FA-E763733CB047}"/>
          </ac:cxnSpMkLst>
        </pc:cxnChg>
        <pc:cxnChg chg="del">
          <ac:chgData name="Jorge Luis Rodriguez" userId="29227534-bd97-40cf-8a22-e4919bf3236a" providerId="ADAL" clId="{E6581663-32DF-4F37-AB75-475B4CBF42DF}" dt="2026-01-30T18:28:45.507" v="1603" actId="478"/>
          <ac:cxnSpMkLst>
            <pc:docMk/>
            <pc:sldMk cId="2699864992" sldId="274"/>
            <ac:cxnSpMk id="20" creationId="{3FDEAFF0-7ABD-B649-764E-F652BA06AF52}"/>
          </ac:cxnSpMkLst>
        </pc:cxnChg>
      </pc:sldChg>
      <pc:sldChg chg="addSp delSp modSp add mod">
        <pc:chgData name="Jorge Luis Rodriguez" userId="29227534-bd97-40cf-8a22-e4919bf3236a" providerId="ADAL" clId="{E6581663-32DF-4F37-AB75-475B4CBF42DF}" dt="2026-01-30T21:28:42.858" v="2096" actId="207"/>
        <pc:sldMkLst>
          <pc:docMk/>
          <pc:sldMk cId="1890388946" sldId="275"/>
        </pc:sldMkLst>
        <pc:spChg chg="mod">
          <ac:chgData name="Jorge Luis Rodriguez" userId="29227534-bd97-40cf-8a22-e4919bf3236a" providerId="ADAL" clId="{E6581663-32DF-4F37-AB75-475B4CBF42DF}" dt="2026-01-30T21:18:31.265" v="1913"/>
          <ac:spMkLst>
            <pc:docMk/>
            <pc:sldMk cId="1890388946" sldId="275"/>
            <ac:spMk id="2" creationId="{878C58A7-FB60-9510-105D-C2A48E7788FC}"/>
          </ac:spMkLst>
        </pc:spChg>
        <pc:spChg chg="add del mod">
          <ac:chgData name="Jorge Luis Rodriguez" userId="29227534-bd97-40cf-8a22-e4919bf3236a" providerId="ADAL" clId="{E6581663-32DF-4F37-AB75-475B4CBF42DF}" dt="2026-01-30T21:18:47.506" v="1916" actId="478"/>
          <ac:spMkLst>
            <pc:docMk/>
            <pc:sldMk cId="1890388946" sldId="275"/>
            <ac:spMk id="3" creationId="{2B6F87CE-CE6F-4B07-0C9D-DCB3BD85969F}"/>
          </ac:spMkLst>
        </pc:spChg>
        <pc:spChg chg="mod">
          <ac:chgData name="Jorge Luis Rodriguez" userId="29227534-bd97-40cf-8a22-e4919bf3236a" providerId="ADAL" clId="{E6581663-32DF-4F37-AB75-475B4CBF42DF}" dt="2026-01-30T21:23:45.880" v="2020" actId="20577"/>
          <ac:spMkLst>
            <pc:docMk/>
            <pc:sldMk cId="1890388946" sldId="275"/>
            <ac:spMk id="4" creationId="{AD48D882-6C88-19B4-7A41-BDE0FBA0A692}"/>
          </ac:spMkLst>
        </pc:spChg>
        <pc:spChg chg="mod">
          <ac:chgData name="Jorge Luis Rodriguez" userId="29227534-bd97-40cf-8a22-e4919bf3236a" providerId="ADAL" clId="{E6581663-32DF-4F37-AB75-475B4CBF42DF}" dt="2026-01-30T21:26:49.202" v="2072" actId="207"/>
          <ac:spMkLst>
            <pc:docMk/>
            <pc:sldMk cId="1890388946" sldId="275"/>
            <ac:spMk id="5" creationId="{BACB5812-29F9-34C9-8203-B4C65362287B}"/>
          </ac:spMkLst>
        </pc:spChg>
        <pc:spChg chg="mod">
          <ac:chgData name="Jorge Luis Rodriguez" userId="29227534-bd97-40cf-8a22-e4919bf3236a" providerId="ADAL" clId="{E6581663-32DF-4F37-AB75-475B4CBF42DF}" dt="2026-01-30T21:25:44.500" v="2055"/>
          <ac:spMkLst>
            <pc:docMk/>
            <pc:sldMk cId="1890388946" sldId="275"/>
            <ac:spMk id="6" creationId="{C9273776-C7B8-37E5-10BB-32DBD5CFC0A9}"/>
          </ac:spMkLst>
        </pc:spChg>
        <pc:spChg chg="mod">
          <ac:chgData name="Jorge Luis Rodriguez" userId="29227534-bd97-40cf-8a22-e4919bf3236a" providerId="ADAL" clId="{E6581663-32DF-4F37-AB75-475B4CBF42DF}" dt="2026-01-30T21:28:29.218" v="2094" actId="20577"/>
          <ac:spMkLst>
            <pc:docMk/>
            <pc:sldMk cId="1890388946" sldId="275"/>
            <ac:spMk id="7" creationId="{46D3D2BB-08B4-CB20-BEB5-BBAA8EF559F1}"/>
          </ac:spMkLst>
        </pc:spChg>
        <pc:spChg chg="add mod">
          <ac:chgData name="Jorge Luis Rodriguez" userId="29227534-bd97-40cf-8a22-e4919bf3236a" providerId="ADAL" clId="{E6581663-32DF-4F37-AB75-475B4CBF42DF}" dt="2026-01-30T21:19:19.908" v="1923" actId="408"/>
          <ac:spMkLst>
            <pc:docMk/>
            <pc:sldMk cId="1890388946" sldId="275"/>
            <ac:spMk id="8" creationId="{3EDD6DBE-EF75-EA29-2290-90B016F58624}"/>
          </ac:spMkLst>
        </pc:spChg>
        <pc:spChg chg="mod">
          <ac:chgData name="Jorge Luis Rodriguez" userId="29227534-bd97-40cf-8a22-e4919bf3236a" providerId="ADAL" clId="{E6581663-32DF-4F37-AB75-475B4CBF42DF}" dt="2026-01-30T21:27:25.902" v="2077"/>
          <ac:spMkLst>
            <pc:docMk/>
            <pc:sldMk cId="1890388946" sldId="275"/>
            <ac:spMk id="10" creationId="{DB3B3E23-2E83-5033-7DD5-4B03AB7339FA}"/>
          </ac:spMkLst>
        </pc:spChg>
        <pc:spChg chg="mod">
          <ac:chgData name="Jorge Luis Rodriguez" userId="29227534-bd97-40cf-8a22-e4919bf3236a" providerId="ADAL" clId="{E6581663-32DF-4F37-AB75-475B4CBF42DF}" dt="2026-01-30T21:28:42.858" v="2096" actId="207"/>
          <ac:spMkLst>
            <pc:docMk/>
            <pc:sldMk cId="1890388946" sldId="275"/>
            <ac:spMk id="11" creationId="{622369EE-BA48-0A46-8EAC-E431F39D7574}"/>
          </ac:spMkLst>
        </pc:spChg>
        <pc:spChg chg="del">
          <ac:chgData name="Jorge Luis Rodriguez" userId="29227534-bd97-40cf-8a22-e4919bf3236a" providerId="ADAL" clId="{E6581663-32DF-4F37-AB75-475B4CBF42DF}" dt="2026-01-30T21:19:45.241" v="1924" actId="478"/>
          <ac:spMkLst>
            <pc:docMk/>
            <pc:sldMk cId="1890388946" sldId="275"/>
            <ac:spMk id="12" creationId="{A6896F99-AD40-5147-2F0A-A2D864813E4C}"/>
          </ac:spMkLst>
        </pc:spChg>
        <pc:spChg chg="add mod">
          <ac:chgData name="Jorge Luis Rodriguez" userId="29227534-bd97-40cf-8a22-e4919bf3236a" providerId="ADAL" clId="{E6581663-32DF-4F37-AB75-475B4CBF42DF}" dt="2026-01-30T21:22:21.276" v="1990" actId="1076"/>
          <ac:spMkLst>
            <pc:docMk/>
            <pc:sldMk cId="1890388946" sldId="275"/>
            <ac:spMk id="13" creationId="{5C9265C4-1424-C87A-D8C1-77D8764A97B7}"/>
          </ac:spMkLst>
        </pc:spChg>
        <pc:spChg chg="del">
          <ac:chgData name="Jorge Luis Rodriguez" userId="29227534-bd97-40cf-8a22-e4919bf3236a" providerId="ADAL" clId="{E6581663-32DF-4F37-AB75-475B4CBF42DF}" dt="2026-01-30T21:19:45.241" v="1924" actId="478"/>
          <ac:spMkLst>
            <pc:docMk/>
            <pc:sldMk cId="1890388946" sldId="275"/>
            <ac:spMk id="14" creationId="{C6767214-0677-F068-A68C-C648ADA380A9}"/>
          </ac:spMkLst>
        </pc:spChg>
        <pc:spChg chg="add">
          <ac:chgData name="Jorge Luis Rodriguez" userId="29227534-bd97-40cf-8a22-e4919bf3236a" providerId="ADAL" clId="{E6581663-32DF-4F37-AB75-475B4CBF42DF}" dt="2026-01-30T21:24:20.864" v="2041"/>
          <ac:spMkLst>
            <pc:docMk/>
            <pc:sldMk cId="1890388946" sldId="275"/>
            <ac:spMk id="15" creationId="{670E15EE-9349-35D0-B927-3D14E6A9FF9E}"/>
          </ac:spMkLst>
        </pc:spChg>
        <pc:spChg chg="mod">
          <ac:chgData name="Jorge Luis Rodriguez" userId="29227534-bd97-40cf-8a22-e4919bf3236a" providerId="ADAL" clId="{E6581663-32DF-4F37-AB75-475B4CBF42DF}" dt="2026-01-30T21:23:13.073" v="1999" actId="113"/>
          <ac:spMkLst>
            <pc:docMk/>
            <pc:sldMk cId="1890388946" sldId="275"/>
            <ac:spMk id="16" creationId="{6BEF1C01-DA41-8645-2764-C8585A5AD967}"/>
          </ac:spMkLst>
        </pc:spChg>
        <pc:spChg chg="add">
          <ac:chgData name="Jorge Luis Rodriguez" userId="29227534-bd97-40cf-8a22-e4919bf3236a" providerId="ADAL" clId="{E6581663-32DF-4F37-AB75-475B4CBF42DF}" dt="2026-01-30T21:24:24.235" v="2043"/>
          <ac:spMkLst>
            <pc:docMk/>
            <pc:sldMk cId="1890388946" sldId="275"/>
            <ac:spMk id="17" creationId="{8D2AD5C1-83A2-89E5-398A-7257E95FB33D}"/>
          </ac:spMkLst>
        </pc:spChg>
      </pc:sldChg>
      <pc:sldChg chg="new del">
        <pc:chgData name="Jorge Luis Rodriguez" userId="29227534-bd97-40cf-8a22-e4919bf3236a" providerId="ADAL" clId="{E6581663-32DF-4F37-AB75-475B4CBF42DF}" dt="2026-01-30T21:55:37.749" v="2828" actId="680"/>
        <pc:sldMkLst>
          <pc:docMk/>
          <pc:sldMk cId="607513115" sldId="276"/>
        </pc:sldMkLst>
      </pc:sldChg>
      <pc:sldChg chg="addSp delSp modSp new mod modClrScheme chgLayout">
        <pc:chgData name="Jorge Luis Rodriguez" userId="29227534-bd97-40cf-8a22-e4919bf3236a" providerId="ADAL" clId="{E6581663-32DF-4F37-AB75-475B4CBF42DF}" dt="2026-01-30T21:56:44.739" v="2953" actId="20577"/>
        <pc:sldMkLst>
          <pc:docMk/>
          <pc:sldMk cId="2282329786" sldId="276"/>
        </pc:sldMkLst>
        <pc:spChg chg="del mod ord">
          <ac:chgData name="Jorge Luis Rodriguez" userId="29227534-bd97-40cf-8a22-e4919bf3236a" providerId="ADAL" clId="{E6581663-32DF-4F37-AB75-475B4CBF42DF}" dt="2026-01-30T21:55:48.147" v="2832" actId="700"/>
          <ac:spMkLst>
            <pc:docMk/>
            <pc:sldMk cId="2282329786" sldId="276"/>
            <ac:spMk id="2" creationId="{A163BDE9-9EE1-F809-99F5-16E17A669188}"/>
          </ac:spMkLst>
        </pc:spChg>
        <pc:spChg chg="del mod ord">
          <ac:chgData name="Jorge Luis Rodriguez" userId="29227534-bd97-40cf-8a22-e4919bf3236a" providerId="ADAL" clId="{E6581663-32DF-4F37-AB75-475B4CBF42DF}" dt="2026-01-30T21:55:48.147" v="2832" actId="700"/>
          <ac:spMkLst>
            <pc:docMk/>
            <pc:sldMk cId="2282329786" sldId="276"/>
            <ac:spMk id="3" creationId="{77259328-89FA-A748-02EB-B222BFD31D68}"/>
          </ac:spMkLst>
        </pc:spChg>
        <pc:spChg chg="add mod ord">
          <ac:chgData name="Jorge Luis Rodriguez" userId="29227534-bd97-40cf-8a22-e4919bf3236a" providerId="ADAL" clId="{E6581663-32DF-4F37-AB75-475B4CBF42DF}" dt="2026-01-30T21:56:32.509" v="2908" actId="20577"/>
          <ac:spMkLst>
            <pc:docMk/>
            <pc:sldMk cId="2282329786" sldId="276"/>
            <ac:spMk id="4" creationId="{B3A7B479-7A57-7A07-74FE-E86A71C68DDB}"/>
          </ac:spMkLst>
        </pc:spChg>
        <pc:spChg chg="add mod ord">
          <ac:chgData name="Jorge Luis Rodriguez" userId="29227534-bd97-40cf-8a22-e4919bf3236a" providerId="ADAL" clId="{E6581663-32DF-4F37-AB75-475B4CBF42DF}" dt="2026-01-30T21:56:44.739" v="2953" actId="20577"/>
          <ac:spMkLst>
            <pc:docMk/>
            <pc:sldMk cId="2282329786" sldId="276"/>
            <ac:spMk id="5" creationId="{5769E68B-B1B2-F5C5-6319-DDF7A963E73C}"/>
          </ac:spMkLst>
        </pc:spChg>
      </pc:sldChg>
      <pc:sldMasterChg chg="addSp modSp mod modSldLayout">
        <pc:chgData name="Jorge Luis Rodriguez" userId="29227534-bd97-40cf-8a22-e4919bf3236a" providerId="ADAL" clId="{E6581663-32DF-4F37-AB75-475B4CBF42DF}" dt="2026-01-30T16:28:31.696" v="394" actId="14100"/>
        <pc:sldMasterMkLst>
          <pc:docMk/>
          <pc:sldMasterMk cId="4084338676" sldId="2147483648"/>
        </pc:sldMasterMkLst>
        <pc:spChg chg="mod ord">
          <ac:chgData name="Jorge Luis Rodriguez" userId="29227534-bd97-40cf-8a22-e4919bf3236a" providerId="ADAL" clId="{E6581663-32DF-4F37-AB75-475B4CBF42DF}" dt="2026-01-30T14:59:09.399" v="313" actId="113"/>
          <ac:spMkLst>
            <pc:docMk/>
            <pc:sldMasterMk cId="4084338676" sldId="2147483648"/>
            <ac:spMk id="2" creationId="{181CD25B-F52A-CBE7-7CF3-8E642737D39A}"/>
          </ac:spMkLst>
        </pc:spChg>
        <pc:spChg chg="mod">
          <ac:chgData name="Jorge Luis Rodriguez" userId="29227534-bd97-40cf-8a22-e4919bf3236a" providerId="ADAL" clId="{E6581663-32DF-4F37-AB75-475B4CBF42DF}" dt="2026-01-30T14:58:44.881" v="312" actId="15"/>
          <ac:spMkLst>
            <pc:docMk/>
            <pc:sldMasterMk cId="4084338676" sldId="2147483648"/>
            <ac:spMk id="3" creationId="{44FF3A03-C999-CBDA-DBB5-BB6F4B7E4271}"/>
          </ac:spMkLst>
        </pc:spChg>
        <pc:spChg chg="add mod ord">
          <ac:chgData name="Jorge Luis Rodriguez" userId="29227534-bd97-40cf-8a22-e4919bf3236a" providerId="ADAL" clId="{E6581663-32DF-4F37-AB75-475B4CBF42DF}" dt="2026-01-30T16:27:34.199" v="390" actId="552"/>
          <ac:spMkLst>
            <pc:docMk/>
            <pc:sldMasterMk cId="4084338676" sldId="2147483648"/>
            <ac:spMk id="7" creationId="{C0B11A8D-ED92-E011-4909-4F7C83EEEACA}"/>
          </ac:spMkLst>
        </pc:spChg>
        <pc:spChg chg="add mod">
          <ac:chgData name="Jorge Luis Rodriguez" userId="29227534-bd97-40cf-8a22-e4919bf3236a" providerId="ADAL" clId="{E6581663-32DF-4F37-AB75-475B4CBF42DF}" dt="2026-01-30T15:01:46.639" v="327" actId="14100"/>
          <ac:spMkLst>
            <pc:docMk/>
            <pc:sldMasterMk cId="4084338676" sldId="2147483648"/>
            <ac:spMk id="8" creationId="{24816B0D-B7A8-41B2-B5E1-5F29528C683D}"/>
          </ac:spMkLst>
        </pc:spChg>
        <pc:spChg chg="add mod">
          <ac:chgData name="Jorge Luis Rodriguez" userId="29227534-bd97-40cf-8a22-e4919bf3236a" providerId="ADAL" clId="{E6581663-32DF-4F37-AB75-475B4CBF42DF}" dt="2026-01-30T15:03:03.961" v="368" actId="1037"/>
          <ac:spMkLst>
            <pc:docMk/>
            <pc:sldMasterMk cId="4084338676" sldId="2147483648"/>
            <ac:spMk id="9" creationId="{D923F990-6DA5-471D-01D4-4E14907EEE7C}"/>
          </ac:spMkLst>
        </pc:spChg>
        <pc:spChg chg="add mod">
          <ac:chgData name="Jorge Luis Rodriguez" userId="29227534-bd97-40cf-8a22-e4919bf3236a" providerId="ADAL" clId="{E6581663-32DF-4F37-AB75-475B4CBF42DF}" dt="2026-01-30T16:28:31.696" v="394" actId="14100"/>
          <ac:spMkLst>
            <pc:docMk/>
            <pc:sldMasterMk cId="4084338676" sldId="2147483648"/>
            <ac:spMk id="10" creationId="{70559B03-408B-8BC3-8B17-7A1B736CA8CD}"/>
          </ac:spMkLst>
        </pc:spChg>
        <pc:sldLayoutChg chg="addSp delSp modSp mod">
          <pc:chgData name="Jorge Luis Rodriguez" userId="29227534-bd97-40cf-8a22-e4919bf3236a" providerId="ADAL" clId="{E6581663-32DF-4F37-AB75-475B4CBF42DF}" dt="2026-01-30T15:03:15.423" v="369" actId="478"/>
          <pc:sldLayoutMkLst>
            <pc:docMk/>
            <pc:sldMasterMk cId="4084338676" sldId="2147483648"/>
            <pc:sldLayoutMk cId="647070487" sldId="2147483650"/>
          </pc:sldLayoutMkLst>
          <pc:spChg chg="add del mod">
            <ac:chgData name="Jorge Luis Rodriguez" userId="29227534-bd97-40cf-8a22-e4919bf3236a" providerId="ADAL" clId="{E6581663-32DF-4F37-AB75-475B4CBF42DF}" dt="2026-01-30T14:48:52.676" v="207" actId="21"/>
            <ac:spMkLst>
              <pc:docMk/>
              <pc:sldMasterMk cId="4084338676" sldId="2147483648"/>
              <pc:sldLayoutMk cId="647070487" sldId="2147483650"/>
              <ac:spMk id="7" creationId="{C0B11A8D-ED92-E011-4909-4F7C83EEEACA}"/>
            </ac:spMkLst>
          </pc:spChg>
          <pc:picChg chg="del">
            <ac:chgData name="Jorge Luis Rodriguez" userId="29227534-bd97-40cf-8a22-e4919bf3236a" providerId="ADAL" clId="{E6581663-32DF-4F37-AB75-475B4CBF42DF}" dt="2026-01-30T15:03:15.423" v="369" actId="478"/>
            <ac:picMkLst>
              <pc:docMk/>
              <pc:sldMasterMk cId="4084338676" sldId="2147483648"/>
              <pc:sldLayoutMk cId="647070487" sldId="2147483650"/>
              <ac:picMk id="8" creationId="{5E055E56-5193-BD6D-4956-EFA334D9C3BB}"/>
            </ac:picMkLst>
          </pc:picChg>
        </pc:sldLayoutChg>
        <pc:sldLayoutChg chg="modSp mod">
          <pc:chgData name="Jorge Luis Rodriguez" userId="29227534-bd97-40cf-8a22-e4919bf3236a" providerId="ADAL" clId="{E6581663-32DF-4F37-AB75-475B4CBF42DF}" dt="2026-01-30T14:53:47.238" v="233" actId="207"/>
          <pc:sldLayoutMkLst>
            <pc:docMk/>
            <pc:sldMasterMk cId="4084338676" sldId="2147483648"/>
            <pc:sldLayoutMk cId="3240965811" sldId="2147483651"/>
          </pc:sldLayoutMkLst>
          <pc:spChg chg="mod">
            <ac:chgData name="Jorge Luis Rodriguez" userId="29227534-bd97-40cf-8a22-e4919bf3236a" providerId="ADAL" clId="{E6581663-32DF-4F37-AB75-475B4CBF42DF}" dt="2026-01-30T14:53:47.238" v="233" actId="207"/>
            <ac:spMkLst>
              <pc:docMk/>
              <pc:sldMasterMk cId="4084338676" sldId="2147483648"/>
              <pc:sldLayoutMk cId="3240965811" sldId="2147483651"/>
              <ac:spMk id="2" creationId="{2A27B44B-5A0C-0176-196A-7884B2EF0731}"/>
            </ac:spMkLst>
          </pc:spChg>
          <pc:picChg chg="ord">
            <ac:chgData name="Jorge Luis Rodriguez" userId="29227534-bd97-40cf-8a22-e4919bf3236a" providerId="ADAL" clId="{E6581663-32DF-4F37-AB75-475B4CBF42DF}" dt="2026-01-30T14:52:44.758" v="231" actId="167"/>
            <ac:picMkLst>
              <pc:docMk/>
              <pc:sldMasterMk cId="4084338676" sldId="2147483648"/>
              <pc:sldLayoutMk cId="3240965811" sldId="2147483651"/>
              <ac:picMk id="7" creationId="{DCB7A08E-5071-D5C3-7F20-2642C38E2263}"/>
            </ac:picMkLst>
          </pc:picChg>
        </pc:sldLayoutChg>
        <pc:sldLayoutChg chg="addSp delSp modSp mod">
          <pc:chgData name="Jorge Luis Rodriguez" userId="29227534-bd97-40cf-8a22-e4919bf3236a" providerId="ADAL" clId="{E6581663-32DF-4F37-AB75-475B4CBF42DF}" dt="2026-01-30T15:03:49.024" v="372" actId="478"/>
          <pc:sldLayoutMkLst>
            <pc:docMk/>
            <pc:sldMasterMk cId="4084338676" sldId="2147483648"/>
            <pc:sldLayoutMk cId="2770297717" sldId="2147483652"/>
          </pc:sldLayoutMkLst>
          <pc:spChg chg="mod">
            <ac:chgData name="Jorge Luis Rodriguez" userId="29227534-bd97-40cf-8a22-e4919bf3236a" providerId="ADAL" clId="{E6581663-32DF-4F37-AB75-475B4CBF42DF}" dt="2026-01-30T14:57:55.375" v="307" actId="14100"/>
            <ac:spMkLst>
              <pc:docMk/>
              <pc:sldMasterMk cId="4084338676" sldId="2147483648"/>
              <pc:sldLayoutMk cId="2770297717" sldId="2147483652"/>
              <ac:spMk id="3" creationId="{AEAA913C-6582-7186-9F21-B4413DE72ECA}"/>
            </ac:spMkLst>
          </pc:spChg>
          <pc:spChg chg="mod">
            <ac:chgData name="Jorge Luis Rodriguez" userId="29227534-bd97-40cf-8a22-e4919bf3236a" providerId="ADAL" clId="{E6581663-32DF-4F37-AB75-475B4CBF42DF}" dt="2026-01-30T14:57:55.375" v="307" actId="14100"/>
            <ac:spMkLst>
              <pc:docMk/>
              <pc:sldMasterMk cId="4084338676" sldId="2147483648"/>
              <pc:sldLayoutMk cId="2770297717" sldId="2147483652"/>
              <ac:spMk id="4" creationId="{00AFE435-3BD8-86BD-80CF-49DEDBCD2D3E}"/>
            </ac:spMkLst>
          </pc:spChg>
          <pc:picChg chg="del">
            <ac:chgData name="Jorge Luis Rodriguez" userId="29227534-bd97-40cf-8a22-e4919bf3236a" providerId="ADAL" clId="{E6581663-32DF-4F37-AB75-475B4CBF42DF}" dt="2026-01-30T15:03:49.024" v="372" actId="478"/>
            <ac:picMkLst>
              <pc:docMk/>
              <pc:sldMasterMk cId="4084338676" sldId="2147483648"/>
              <pc:sldLayoutMk cId="2770297717" sldId="2147483652"/>
              <ac:picMk id="8" creationId="{7EDF1F78-253D-5461-7CE2-7B102B9E1579}"/>
            </ac:picMkLst>
          </pc:picChg>
          <pc:cxnChg chg="add del mod">
            <ac:chgData name="Jorge Luis Rodriguez" userId="29227534-bd97-40cf-8a22-e4919bf3236a" providerId="ADAL" clId="{E6581663-32DF-4F37-AB75-475B4CBF42DF}" dt="2026-01-30T14:56:19.285" v="271" actId="21"/>
            <ac:cxnSpMkLst>
              <pc:docMk/>
              <pc:sldMasterMk cId="4084338676" sldId="2147483648"/>
              <pc:sldLayoutMk cId="2770297717" sldId="2147483652"/>
              <ac:cxnSpMk id="10" creationId="{7ACEF766-C06E-07E0-F106-555E1F1C065D}"/>
            </ac:cxnSpMkLst>
          </pc:cxnChg>
        </pc:sldLayoutChg>
        <pc:sldLayoutChg chg="addSp delSp modSp mod">
          <pc:chgData name="Jorge Luis Rodriguez" userId="29227534-bd97-40cf-8a22-e4919bf3236a" providerId="ADAL" clId="{E6581663-32DF-4F37-AB75-475B4CBF42DF}" dt="2026-01-30T15:03:52.818" v="373" actId="478"/>
          <pc:sldLayoutMkLst>
            <pc:docMk/>
            <pc:sldMasterMk cId="4084338676" sldId="2147483648"/>
            <pc:sldLayoutMk cId="1447407038" sldId="2147483653"/>
          </pc:sldLayoutMkLst>
          <pc:spChg chg="mod">
            <ac:chgData name="Jorge Luis Rodriguez" userId="29227534-bd97-40cf-8a22-e4919bf3236a" providerId="ADAL" clId="{E6581663-32DF-4F37-AB75-475B4CBF42DF}" dt="2026-01-30T14:56:36.635" v="272" actId="14100"/>
            <ac:spMkLst>
              <pc:docMk/>
              <pc:sldMasterMk cId="4084338676" sldId="2147483648"/>
              <pc:sldLayoutMk cId="1447407038" sldId="2147483653"/>
              <ac:spMk id="2" creationId="{4856D944-60EB-C111-3EFF-97AD640DDF3D}"/>
            </ac:spMkLst>
          </pc:spChg>
          <pc:spChg chg="mod">
            <ac:chgData name="Jorge Luis Rodriguez" userId="29227534-bd97-40cf-8a22-e4919bf3236a" providerId="ADAL" clId="{E6581663-32DF-4F37-AB75-475B4CBF42DF}" dt="2026-01-30T14:56:53.611" v="277" actId="1036"/>
            <ac:spMkLst>
              <pc:docMk/>
              <pc:sldMasterMk cId="4084338676" sldId="2147483648"/>
              <pc:sldLayoutMk cId="1447407038" sldId="2147483653"/>
              <ac:spMk id="3" creationId="{ACC220E2-3635-4C1C-DCEF-7EAE2FFF029C}"/>
            </ac:spMkLst>
          </pc:spChg>
          <pc:spChg chg="mod">
            <ac:chgData name="Jorge Luis Rodriguez" userId="29227534-bd97-40cf-8a22-e4919bf3236a" providerId="ADAL" clId="{E6581663-32DF-4F37-AB75-475B4CBF42DF}" dt="2026-01-30T14:57:34.818" v="305" actId="1035"/>
            <ac:spMkLst>
              <pc:docMk/>
              <pc:sldMasterMk cId="4084338676" sldId="2147483648"/>
              <pc:sldLayoutMk cId="1447407038" sldId="2147483653"/>
              <ac:spMk id="4" creationId="{45CA0A0A-7052-638E-2AB4-BFB5D9B148F0}"/>
            </ac:spMkLst>
          </pc:spChg>
          <pc:spChg chg="mod">
            <ac:chgData name="Jorge Luis Rodriguez" userId="29227534-bd97-40cf-8a22-e4919bf3236a" providerId="ADAL" clId="{E6581663-32DF-4F37-AB75-475B4CBF42DF}" dt="2026-01-30T14:56:53.611" v="277" actId="1036"/>
            <ac:spMkLst>
              <pc:docMk/>
              <pc:sldMasterMk cId="4084338676" sldId="2147483648"/>
              <pc:sldLayoutMk cId="1447407038" sldId="2147483653"/>
              <ac:spMk id="5" creationId="{7855F9AE-33FD-DAC7-FDD7-4E796CA41DC2}"/>
            </ac:spMkLst>
          </pc:spChg>
          <pc:spChg chg="mod">
            <ac:chgData name="Jorge Luis Rodriguez" userId="29227534-bd97-40cf-8a22-e4919bf3236a" providerId="ADAL" clId="{E6581663-32DF-4F37-AB75-475B4CBF42DF}" dt="2026-01-30T14:57:34.818" v="305" actId="1035"/>
            <ac:spMkLst>
              <pc:docMk/>
              <pc:sldMasterMk cId="4084338676" sldId="2147483648"/>
              <pc:sldLayoutMk cId="1447407038" sldId="2147483653"/>
              <ac:spMk id="6" creationId="{D16CE79E-1B4E-49A1-DF6C-20191CF8C9E9}"/>
            </ac:spMkLst>
          </pc:spChg>
          <pc:picChg chg="del">
            <ac:chgData name="Jorge Luis Rodriguez" userId="29227534-bd97-40cf-8a22-e4919bf3236a" providerId="ADAL" clId="{E6581663-32DF-4F37-AB75-475B4CBF42DF}" dt="2026-01-30T15:03:52.818" v="373" actId="478"/>
            <ac:picMkLst>
              <pc:docMk/>
              <pc:sldMasterMk cId="4084338676" sldId="2147483648"/>
              <pc:sldLayoutMk cId="1447407038" sldId="2147483653"/>
              <ac:picMk id="10" creationId="{41CC42B7-6AD3-5F7A-1208-49F4312BC69A}"/>
            </ac:picMkLst>
          </pc:picChg>
          <pc:cxnChg chg="add del mod">
            <ac:chgData name="Jorge Luis Rodriguez" userId="29227534-bd97-40cf-8a22-e4919bf3236a" providerId="ADAL" clId="{E6581663-32DF-4F37-AB75-475B4CBF42DF}" dt="2026-01-30T14:57:42.268" v="306" actId="478"/>
            <ac:cxnSpMkLst>
              <pc:docMk/>
              <pc:sldMasterMk cId="4084338676" sldId="2147483648"/>
              <pc:sldLayoutMk cId="1447407038" sldId="2147483653"/>
              <ac:cxnSpMk id="11" creationId="{7ACEF766-C06E-07E0-F106-555E1F1C065D}"/>
            </ac:cxnSpMkLst>
          </pc:cxnChg>
        </pc:sldLayoutChg>
        <pc:sldLayoutChg chg="delSp mod">
          <pc:chgData name="Jorge Luis Rodriguez" userId="29227534-bd97-40cf-8a22-e4919bf3236a" providerId="ADAL" clId="{E6581663-32DF-4F37-AB75-475B4CBF42DF}" dt="2026-01-30T14:52:14.925" v="229" actId="478"/>
          <pc:sldLayoutMkLst>
            <pc:docMk/>
            <pc:sldMasterMk cId="4084338676" sldId="2147483648"/>
            <pc:sldLayoutMk cId="1946876952" sldId="2147483655"/>
          </pc:sldLayoutMkLst>
          <pc:picChg chg="del">
            <ac:chgData name="Jorge Luis Rodriguez" userId="29227534-bd97-40cf-8a22-e4919bf3236a" providerId="ADAL" clId="{E6581663-32DF-4F37-AB75-475B4CBF42DF}" dt="2026-01-30T14:52:14.925" v="229" actId="478"/>
            <ac:picMkLst>
              <pc:docMk/>
              <pc:sldMasterMk cId="4084338676" sldId="2147483648"/>
              <pc:sldLayoutMk cId="1946876952" sldId="2147483655"/>
              <ac:picMk id="5" creationId="{D5E7E443-786F-B43E-1CB3-2A2429CB25E7}"/>
            </ac:picMkLst>
          </pc:picChg>
        </pc:sldLayoutChg>
        <pc:sldLayoutChg chg="delSp modSp mod">
          <pc:chgData name="Jorge Luis Rodriguez" userId="29227534-bd97-40cf-8a22-e4919bf3236a" providerId="ADAL" clId="{E6581663-32DF-4F37-AB75-475B4CBF42DF}" dt="2026-01-30T15:04:39.732" v="376" actId="207"/>
          <pc:sldLayoutMkLst>
            <pc:docMk/>
            <pc:sldMasterMk cId="4084338676" sldId="2147483648"/>
            <pc:sldLayoutMk cId="4083643175" sldId="2147483656"/>
          </pc:sldLayoutMkLst>
          <pc:spChg chg="mod">
            <ac:chgData name="Jorge Luis Rodriguez" userId="29227534-bd97-40cf-8a22-e4919bf3236a" providerId="ADAL" clId="{E6581663-32DF-4F37-AB75-475B4CBF42DF}" dt="2026-01-30T15:04:39.732" v="376" actId="207"/>
            <ac:spMkLst>
              <pc:docMk/>
              <pc:sldMasterMk cId="4084338676" sldId="2147483648"/>
              <pc:sldLayoutMk cId="4083643175" sldId="2147483656"/>
              <ac:spMk id="2" creationId="{007F8D5D-507C-C463-0D55-F0A432F0F8FC}"/>
            </ac:spMkLst>
          </pc:spChg>
          <pc:picChg chg="del">
            <ac:chgData name="Jorge Luis Rodriguez" userId="29227534-bd97-40cf-8a22-e4919bf3236a" providerId="ADAL" clId="{E6581663-32DF-4F37-AB75-475B4CBF42DF}" dt="2026-01-30T15:04:19.335" v="375" actId="478"/>
            <ac:picMkLst>
              <pc:docMk/>
              <pc:sldMasterMk cId="4084338676" sldId="2147483648"/>
              <pc:sldLayoutMk cId="4083643175" sldId="2147483656"/>
              <ac:picMk id="8" creationId="{FB8DCF25-761C-6962-8049-EB0F66323468}"/>
            </ac:picMkLst>
          </pc:picChg>
        </pc:sldLayoutChg>
        <pc:sldLayoutChg chg="delSp modSp mod">
          <pc:chgData name="Jorge Luis Rodriguez" userId="29227534-bd97-40cf-8a22-e4919bf3236a" providerId="ADAL" clId="{E6581663-32DF-4F37-AB75-475B4CBF42DF}" dt="2026-01-30T15:04:45.103" v="377" actId="207"/>
          <pc:sldLayoutMkLst>
            <pc:docMk/>
            <pc:sldMasterMk cId="4084338676" sldId="2147483648"/>
            <pc:sldLayoutMk cId="1952558269" sldId="2147483657"/>
          </pc:sldLayoutMkLst>
          <pc:spChg chg="mod">
            <ac:chgData name="Jorge Luis Rodriguez" userId="29227534-bd97-40cf-8a22-e4919bf3236a" providerId="ADAL" clId="{E6581663-32DF-4F37-AB75-475B4CBF42DF}" dt="2026-01-30T15:04:45.103" v="377" actId="207"/>
            <ac:spMkLst>
              <pc:docMk/>
              <pc:sldMasterMk cId="4084338676" sldId="2147483648"/>
              <pc:sldLayoutMk cId="1952558269" sldId="2147483657"/>
              <ac:spMk id="2" creationId="{59F7A035-E55F-F71F-1067-9CCAD4F1252A}"/>
            </ac:spMkLst>
          </pc:spChg>
          <pc:picChg chg="del">
            <ac:chgData name="Jorge Luis Rodriguez" userId="29227534-bd97-40cf-8a22-e4919bf3236a" providerId="ADAL" clId="{E6581663-32DF-4F37-AB75-475B4CBF42DF}" dt="2026-01-30T15:04:10.395" v="374" actId="478"/>
            <ac:picMkLst>
              <pc:docMk/>
              <pc:sldMasterMk cId="4084338676" sldId="2147483648"/>
              <pc:sldLayoutMk cId="1952558269" sldId="2147483657"/>
              <ac:picMk id="8" creationId="{EE22A3E2-73E1-5348-45F1-0C9C0CE0D6B0}"/>
            </ac:picMkLst>
          </pc:picChg>
        </pc:sldLayoutChg>
        <pc:sldLayoutChg chg="delSp modSp mod">
          <pc:chgData name="Jorge Luis Rodriguez" userId="29227534-bd97-40cf-8a22-e4919bf3236a" providerId="ADAL" clId="{E6581663-32DF-4F37-AB75-475B4CBF42DF}" dt="2026-01-30T15:04:58.346" v="379" actId="14100"/>
          <pc:sldLayoutMkLst>
            <pc:docMk/>
            <pc:sldMasterMk cId="4084338676" sldId="2147483648"/>
            <pc:sldLayoutMk cId="1003198822" sldId="2147483658"/>
          </pc:sldLayoutMkLst>
          <pc:picChg chg="del">
            <ac:chgData name="Jorge Luis Rodriguez" userId="29227534-bd97-40cf-8a22-e4919bf3236a" providerId="ADAL" clId="{E6581663-32DF-4F37-AB75-475B4CBF42DF}" dt="2026-01-30T15:04:53.745" v="378" actId="478"/>
            <ac:picMkLst>
              <pc:docMk/>
              <pc:sldMasterMk cId="4084338676" sldId="2147483648"/>
              <pc:sldLayoutMk cId="1003198822" sldId="2147483658"/>
              <ac:picMk id="7" creationId="{07388451-7415-A096-7C23-992C5805A9F9}"/>
            </ac:picMkLst>
          </pc:picChg>
          <pc:picChg chg="mod">
            <ac:chgData name="Jorge Luis Rodriguez" userId="29227534-bd97-40cf-8a22-e4919bf3236a" providerId="ADAL" clId="{E6581663-32DF-4F37-AB75-475B4CBF42DF}" dt="2026-01-30T15:04:58.346" v="379" actId="14100"/>
            <ac:picMkLst>
              <pc:docMk/>
              <pc:sldMasterMk cId="4084338676" sldId="2147483648"/>
              <pc:sldLayoutMk cId="1003198822" sldId="2147483658"/>
              <ac:picMk id="8" creationId="{D5ADE908-1AAD-49AB-1EFB-C4774B4C2612}"/>
            </ac:picMkLst>
          </pc:picChg>
        </pc:sldLayoutChg>
        <pc:sldLayoutChg chg="delSp mod">
          <pc:chgData name="Jorge Luis Rodriguez" userId="29227534-bd97-40cf-8a22-e4919bf3236a" providerId="ADAL" clId="{E6581663-32DF-4F37-AB75-475B4CBF42DF}" dt="2026-01-30T15:05:08.989" v="381" actId="478"/>
          <pc:sldLayoutMkLst>
            <pc:docMk/>
            <pc:sldMasterMk cId="4084338676" sldId="2147483648"/>
            <pc:sldLayoutMk cId="4174444345" sldId="2147483659"/>
          </pc:sldLayoutMkLst>
          <pc:picChg chg="del">
            <ac:chgData name="Jorge Luis Rodriguez" userId="29227534-bd97-40cf-8a22-e4919bf3236a" providerId="ADAL" clId="{E6581663-32DF-4F37-AB75-475B4CBF42DF}" dt="2026-01-30T15:05:08.989" v="381" actId="478"/>
            <ac:picMkLst>
              <pc:docMk/>
              <pc:sldMasterMk cId="4084338676" sldId="2147483648"/>
              <pc:sldLayoutMk cId="4174444345" sldId="2147483659"/>
              <ac:picMk id="7" creationId="{BD1937C9-170B-C298-BD61-5EDDC788A2D0}"/>
            </ac:picMkLst>
          </pc:picChg>
          <pc:picChg chg="del">
            <ac:chgData name="Jorge Luis Rodriguez" userId="29227534-bd97-40cf-8a22-e4919bf3236a" providerId="ADAL" clId="{E6581663-32DF-4F37-AB75-475B4CBF42DF}" dt="2026-01-30T15:05:07.490" v="380" actId="478"/>
            <ac:picMkLst>
              <pc:docMk/>
              <pc:sldMasterMk cId="4084338676" sldId="2147483648"/>
              <pc:sldLayoutMk cId="4174444345" sldId="2147483659"/>
              <ac:picMk id="8" creationId="{D73C5639-4C20-71B5-0418-611B0B29ED9D}"/>
            </ac:picMkLst>
          </pc:picChg>
        </pc:sldLayoutChg>
        <pc:sldLayoutChg chg="addSp delSp modSp mod">
          <pc:chgData name="Jorge Luis Rodriguez" userId="29227534-bd97-40cf-8a22-e4919bf3236a" providerId="ADAL" clId="{E6581663-32DF-4F37-AB75-475B4CBF42DF}" dt="2026-01-30T15:03:37.939" v="371" actId="14100"/>
          <pc:sldLayoutMkLst>
            <pc:docMk/>
            <pc:sldMasterMk cId="4084338676" sldId="2147483648"/>
            <pc:sldLayoutMk cId="838545989" sldId="2147483660"/>
          </pc:sldLayoutMkLst>
          <pc:spChg chg="mod">
            <ac:chgData name="Jorge Luis Rodriguez" userId="29227534-bd97-40cf-8a22-e4919bf3236a" providerId="ADAL" clId="{E6581663-32DF-4F37-AB75-475B4CBF42DF}" dt="2026-01-30T14:55:26.497" v="255" actId="554"/>
            <ac:spMkLst>
              <pc:docMk/>
              <pc:sldMasterMk cId="4084338676" sldId="2147483648"/>
              <pc:sldLayoutMk cId="838545989" sldId="2147483660"/>
              <ac:spMk id="3" creationId="{057C8C50-A116-8C71-DE2E-3886D1F40179}"/>
            </ac:spMkLst>
          </pc:spChg>
          <pc:picChg chg="mod">
            <ac:chgData name="Jorge Luis Rodriguez" userId="29227534-bd97-40cf-8a22-e4919bf3236a" providerId="ADAL" clId="{E6581663-32DF-4F37-AB75-475B4CBF42DF}" dt="2026-01-30T15:03:37.939" v="371" actId="14100"/>
            <ac:picMkLst>
              <pc:docMk/>
              <pc:sldMasterMk cId="4084338676" sldId="2147483648"/>
              <pc:sldLayoutMk cId="838545989" sldId="2147483660"/>
              <ac:picMk id="8" creationId="{909E066B-AA7D-C634-B652-04C1ADF1C678}"/>
            </ac:picMkLst>
          </pc:picChg>
          <pc:picChg chg="del">
            <ac:chgData name="Jorge Luis Rodriguez" userId="29227534-bd97-40cf-8a22-e4919bf3236a" providerId="ADAL" clId="{E6581663-32DF-4F37-AB75-475B4CBF42DF}" dt="2026-01-30T14:51:26.009" v="228" actId="478"/>
            <ac:picMkLst>
              <pc:docMk/>
              <pc:sldMasterMk cId="4084338676" sldId="2147483648"/>
              <pc:sldLayoutMk cId="838545989" sldId="2147483660"/>
              <ac:picMk id="9" creationId="{EDF7B9A9-D334-AB89-D99E-3FE7F31514AA}"/>
            </ac:picMkLst>
          </pc:picChg>
          <pc:cxnChg chg="add del mod">
            <ac:chgData name="Jorge Luis Rodriguez" userId="29227534-bd97-40cf-8a22-e4919bf3236a" providerId="ADAL" clId="{E6581663-32DF-4F37-AB75-475B4CBF42DF}" dt="2026-01-30T14:55:38.142" v="263" actId="21"/>
            <ac:cxnSpMkLst>
              <pc:docMk/>
              <pc:sldMasterMk cId="4084338676" sldId="2147483648"/>
              <pc:sldLayoutMk cId="838545989" sldId="2147483660"/>
              <ac:cxnSpMk id="10" creationId="{7ACEF766-C06E-07E0-F106-555E1F1C065D}"/>
            </ac:cxnSpMkLst>
          </pc:cxn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61A5D2-D696-4DE6-8BE7-CC4A732EE6D6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685F5EF-5DD6-4623-A42E-CA6027DE7251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Etapa 1:</a:t>
          </a:r>
          <a:r>
            <a:rPr lang="en-US" dirty="0">
              <a:solidFill>
                <a:schemeClr val="accent1"/>
              </a:solidFill>
            </a:rPr>
            <a:t> </a:t>
          </a:r>
          <a:r>
            <a:rPr lang="en-US" dirty="0" err="1">
              <a:solidFill>
                <a:schemeClr val="accent1"/>
              </a:solidFill>
            </a:rPr>
            <a:t>Viabilidad</a:t>
          </a:r>
          <a:r>
            <a:rPr lang="en-US" dirty="0">
              <a:solidFill>
                <a:schemeClr val="accent1"/>
              </a:solidFill>
            </a:rPr>
            <a:t> </a:t>
          </a:r>
          <a:r>
            <a:rPr lang="en-US" dirty="0" err="1">
              <a:solidFill>
                <a:schemeClr val="accent1"/>
              </a:solidFill>
            </a:rPr>
            <a:t>teórica</a:t>
          </a:r>
          <a:endParaRPr lang="en-US" dirty="0">
            <a:solidFill>
              <a:schemeClr val="accent1"/>
            </a:solidFill>
          </a:endParaRPr>
        </a:p>
      </dgm:t>
    </dgm:pt>
    <dgm:pt modelId="{EEA47893-991D-4F6E-9A1C-411014399C07}" type="parTrans" cxnId="{010E3C82-E855-4879-8EAA-5148E2812655}">
      <dgm:prSet/>
      <dgm:spPr/>
      <dgm:t>
        <a:bodyPr/>
        <a:lstStyle/>
        <a:p>
          <a:endParaRPr lang="en-US"/>
        </a:p>
      </dgm:t>
    </dgm:pt>
    <dgm:pt modelId="{9F5EED4E-520D-41B2-824E-2D533DEE81B1}" type="sibTrans" cxnId="{010E3C82-E855-4879-8EAA-5148E2812655}">
      <dgm:prSet/>
      <dgm:spPr/>
      <dgm:t>
        <a:bodyPr/>
        <a:lstStyle/>
        <a:p>
          <a:endParaRPr lang="en-US"/>
        </a:p>
      </dgm:t>
    </dgm:pt>
    <dgm:pt modelId="{E7DFA075-BA22-4A0A-94D3-4AD07B38F5B1}">
      <dgm:prSet/>
      <dgm:spPr/>
      <dgm:t>
        <a:bodyPr/>
        <a:lstStyle/>
        <a:p>
          <a:r>
            <a:rPr lang="es-ES" dirty="0">
              <a:solidFill>
                <a:schemeClr val="tx2"/>
              </a:solidFill>
            </a:rPr>
            <a:t>Etapa 2:</a:t>
          </a:r>
          <a:r>
            <a:rPr lang="es-ES" dirty="0">
              <a:solidFill>
                <a:schemeClr val="accent1"/>
              </a:solidFill>
            </a:rPr>
            <a:t> Demanda real y logística</a:t>
          </a:r>
          <a:endParaRPr lang="en-US" dirty="0">
            <a:solidFill>
              <a:schemeClr val="accent1"/>
            </a:solidFill>
          </a:endParaRPr>
        </a:p>
      </dgm:t>
    </dgm:pt>
    <dgm:pt modelId="{58E52BB1-91EF-4B5F-85D6-088278CD4FD4}" type="parTrans" cxnId="{DF18125E-8D30-476D-9DC2-77A5534C4F0F}">
      <dgm:prSet/>
      <dgm:spPr/>
      <dgm:t>
        <a:bodyPr/>
        <a:lstStyle/>
        <a:p>
          <a:endParaRPr lang="en-US"/>
        </a:p>
      </dgm:t>
    </dgm:pt>
    <dgm:pt modelId="{78C67944-A504-429D-9068-8200A616788D}" type="sibTrans" cxnId="{DF18125E-8D30-476D-9DC2-77A5534C4F0F}">
      <dgm:prSet/>
      <dgm:spPr/>
      <dgm:t>
        <a:bodyPr/>
        <a:lstStyle/>
        <a:p>
          <a:endParaRPr lang="en-US"/>
        </a:p>
      </dgm:t>
    </dgm:pt>
    <dgm:pt modelId="{2B5803AE-2277-4D98-973B-73D6DA05F688}">
      <dgm:prSet/>
      <dgm:spPr/>
      <dgm:t>
        <a:bodyPr/>
        <a:lstStyle/>
        <a:p>
          <a:r>
            <a:rPr lang="es-ES" dirty="0">
              <a:solidFill>
                <a:schemeClr val="tx2"/>
              </a:solidFill>
            </a:rPr>
            <a:t>Etapa 3:</a:t>
          </a:r>
          <a:r>
            <a:rPr lang="es-ES" dirty="0">
              <a:solidFill>
                <a:schemeClr val="accent1"/>
              </a:solidFill>
            </a:rPr>
            <a:t> Restricciones físicas y de entorno</a:t>
          </a:r>
          <a:endParaRPr lang="en-US" dirty="0">
            <a:solidFill>
              <a:schemeClr val="accent1"/>
            </a:solidFill>
          </a:endParaRPr>
        </a:p>
      </dgm:t>
    </dgm:pt>
    <dgm:pt modelId="{ED0B78EB-E0CB-4BC7-B34B-4CAEF136A732}" type="parTrans" cxnId="{604830A0-1F32-4AAC-8532-41A869A1705B}">
      <dgm:prSet/>
      <dgm:spPr/>
      <dgm:t>
        <a:bodyPr/>
        <a:lstStyle/>
        <a:p>
          <a:endParaRPr lang="en-US"/>
        </a:p>
      </dgm:t>
    </dgm:pt>
    <dgm:pt modelId="{C8BE57C7-4D4B-4859-B302-6B32E4CADB05}" type="sibTrans" cxnId="{604830A0-1F32-4AAC-8532-41A869A1705B}">
      <dgm:prSet/>
      <dgm:spPr/>
      <dgm:t>
        <a:bodyPr/>
        <a:lstStyle/>
        <a:p>
          <a:endParaRPr lang="en-US"/>
        </a:p>
      </dgm:t>
    </dgm:pt>
    <dgm:pt modelId="{E72D3143-25F7-4325-83AD-CA0F2CA35AE8}" type="pres">
      <dgm:prSet presAssocID="{CC61A5D2-D696-4DE6-8BE7-CC4A732EE6D6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8501719D-7BA6-41C4-B6C5-733ADC684A04}" type="pres">
      <dgm:prSet presAssocID="{C685F5EF-5DD6-4623-A42E-CA6027DE7251}" presName="thickLine" presStyleLbl="alignNode1" presStyleIdx="0" presStyleCnt="3"/>
      <dgm:spPr/>
    </dgm:pt>
    <dgm:pt modelId="{DF43659E-1CD0-4B47-892C-EF8576A8EEC2}" type="pres">
      <dgm:prSet presAssocID="{C685F5EF-5DD6-4623-A42E-CA6027DE7251}" presName="horz1" presStyleCnt="0"/>
      <dgm:spPr/>
    </dgm:pt>
    <dgm:pt modelId="{884D1BDA-B763-4BD8-882F-312058910360}" type="pres">
      <dgm:prSet presAssocID="{C685F5EF-5DD6-4623-A42E-CA6027DE7251}" presName="tx1" presStyleLbl="revTx" presStyleIdx="0" presStyleCnt="3"/>
      <dgm:spPr/>
      <dgm:t>
        <a:bodyPr/>
        <a:lstStyle/>
        <a:p>
          <a:endParaRPr lang="en-US"/>
        </a:p>
      </dgm:t>
    </dgm:pt>
    <dgm:pt modelId="{A3729121-7589-490E-850C-71B6E85904A1}" type="pres">
      <dgm:prSet presAssocID="{C685F5EF-5DD6-4623-A42E-CA6027DE7251}" presName="vert1" presStyleCnt="0"/>
      <dgm:spPr/>
    </dgm:pt>
    <dgm:pt modelId="{6A3D15F1-FEB4-46FF-BDDE-B1215DFE0101}" type="pres">
      <dgm:prSet presAssocID="{E7DFA075-BA22-4A0A-94D3-4AD07B38F5B1}" presName="thickLine" presStyleLbl="alignNode1" presStyleIdx="1" presStyleCnt="3"/>
      <dgm:spPr/>
    </dgm:pt>
    <dgm:pt modelId="{A46242E1-E038-4528-A4C1-AE70F21E9DF9}" type="pres">
      <dgm:prSet presAssocID="{E7DFA075-BA22-4A0A-94D3-4AD07B38F5B1}" presName="horz1" presStyleCnt="0"/>
      <dgm:spPr/>
    </dgm:pt>
    <dgm:pt modelId="{56902616-4E02-4D05-9039-7933D635B9CC}" type="pres">
      <dgm:prSet presAssocID="{E7DFA075-BA22-4A0A-94D3-4AD07B38F5B1}" presName="tx1" presStyleLbl="revTx" presStyleIdx="1" presStyleCnt="3"/>
      <dgm:spPr/>
      <dgm:t>
        <a:bodyPr/>
        <a:lstStyle/>
        <a:p>
          <a:endParaRPr lang="en-US"/>
        </a:p>
      </dgm:t>
    </dgm:pt>
    <dgm:pt modelId="{99AC600A-2845-47F9-B031-9E92BAF3FC38}" type="pres">
      <dgm:prSet presAssocID="{E7DFA075-BA22-4A0A-94D3-4AD07B38F5B1}" presName="vert1" presStyleCnt="0"/>
      <dgm:spPr/>
    </dgm:pt>
    <dgm:pt modelId="{D4F24983-FBFC-4C17-83B9-E0497FB31866}" type="pres">
      <dgm:prSet presAssocID="{2B5803AE-2277-4D98-973B-73D6DA05F688}" presName="thickLine" presStyleLbl="alignNode1" presStyleIdx="2" presStyleCnt="3"/>
      <dgm:spPr/>
    </dgm:pt>
    <dgm:pt modelId="{E875B35E-9A07-4137-8533-88667D926BAF}" type="pres">
      <dgm:prSet presAssocID="{2B5803AE-2277-4D98-973B-73D6DA05F688}" presName="horz1" presStyleCnt="0"/>
      <dgm:spPr/>
    </dgm:pt>
    <dgm:pt modelId="{5FB64A2E-0056-4DCF-ADEA-A4D1DDFEDCCC}" type="pres">
      <dgm:prSet presAssocID="{2B5803AE-2277-4D98-973B-73D6DA05F688}" presName="tx1" presStyleLbl="revTx" presStyleIdx="2" presStyleCnt="3"/>
      <dgm:spPr/>
      <dgm:t>
        <a:bodyPr/>
        <a:lstStyle/>
        <a:p>
          <a:endParaRPr lang="en-US"/>
        </a:p>
      </dgm:t>
    </dgm:pt>
    <dgm:pt modelId="{CFE99B23-C1BB-4DBF-AD40-E193B23E3784}" type="pres">
      <dgm:prSet presAssocID="{2B5803AE-2277-4D98-973B-73D6DA05F688}" presName="vert1" presStyleCnt="0"/>
      <dgm:spPr/>
    </dgm:pt>
  </dgm:ptLst>
  <dgm:cxnLst>
    <dgm:cxn modelId="{E54F7EB0-5D20-453D-822D-5F54902725EC}" type="presOf" srcId="{E7DFA075-BA22-4A0A-94D3-4AD07B38F5B1}" destId="{56902616-4E02-4D05-9039-7933D635B9CC}" srcOrd="0" destOrd="0" presId="urn:microsoft.com/office/officeart/2008/layout/LinedList"/>
    <dgm:cxn modelId="{0FDFEC4A-E34B-48B2-9EEE-5DEBB0FEA7E7}" type="presOf" srcId="{CC61A5D2-D696-4DE6-8BE7-CC4A732EE6D6}" destId="{E72D3143-25F7-4325-83AD-CA0F2CA35AE8}" srcOrd="0" destOrd="0" presId="urn:microsoft.com/office/officeart/2008/layout/LinedList"/>
    <dgm:cxn modelId="{604830A0-1F32-4AAC-8532-41A869A1705B}" srcId="{CC61A5D2-D696-4DE6-8BE7-CC4A732EE6D6}" destId="{2B5803AE-2277-4D98-973B-73D6DA05F688}" srcOrd="2" destOrd="0" parTransId="{ED0B78EB-E0CB-4BC7-B34B-4CAEF136A732}" sibTransId="{C8BE57C7-4D4B-4859-B302-6B32E4CADB05}"/>
    <dgm:cxn modelId="{61EB33C7-0C3E-4142-8A15-90994A7A94F7}" type="presOf" srcId="{2B5803AE-2277-4D98-973B-73D6DA05F688}" destId="{5FB64A2E-0056-4DCF-ADEA-A4D1DDFEDCCC}" srcOrd="0" destOrd="0" presId="urn:microsoft.com/office/officeart/2008/layout/LinedList"/>
    <dgm:cxn modelId="{DF18125E-8D30-476D-9DC2-77A5534C4F0F}" srcId="{CC61A5D2-D696-4DE6-8BE7-CC4A732EE6D6}" destId="{E7DFA075-BA22-4A0A-94D3-4AD07B38F5B1}" srcOrd="1" destOrd="0" parTransId="{58E52BB1-91EF-4B5F-85D6-088278CD4FD4}" sibTransId="{78C67944-A504-429D-9068-8200A616788D}"/>
    <dgm:cxn modelId="{60B2FA3E-294C-4C4A-9F51-2A6959655767}" type="presOf" srcId="{C685F5EF-5DD6-4623-A42E-CA6027DE7251}" destId="{884D1BDA-B763-4BD8-882F-312058910360}" srcOrd="0" destOrd="0" presId="urn:microsoft.com/office/officeart/2008/layout/LinedList"/>
    <dgm:cxn modelId="{010E3C82-E855-4879-8EAA-5148E2812655}" srcId="{CC61A5D2-D696-4DE6-8BE7-CC4A732EE6D6}" destId="{C685F5EF-5DD6-4623-A42E-CA6027DE7251}" srcOrd="0" destOrd="0" parTransId="{EEA47893-991D-4F6E-9A1C-411014399C07}" sibTransId="{9F5EED4E-520D-41B2-824E-2D533DEE81B1}"/>
    <dgm:cxn modelId="{E118455F-FE7A-40D4-98DC-EE57F34C8F85}" type="presParOf" srcId="{E72D3143-25F7-4325-83AD-CA0F2CA35AE8}" destId="{8501719D-7BA6-41C4-B6C5-733ADC684A04}" srcOrd="0" destOrd="0" presId="urn:microsoft.com/office/officeart/2008/layout/LinedList"/>
    <dgm:cxn modelId="{0606BD07-DDF1-42FA-998F-E2AAC89331DF}" type="presParOf" srcId="{E72D3143-25F7-4325-83AD-CA0F2CA35AE8}" destId="{DF43659E-1CD0-4B47-892C-EF8576A8EEC2}" srcOrd="1" destOrd="0" presId="urn:microsoft.com/office/officeart/2008/layout/LinedList"/>
    <dgm:cxn modelId="{1CF7AEEF-AA54-4910-9AF1-F1660B2D29FD}" type="presParOf" srcId="{DF43659E-1CD0-4B47-892C-EF8576A8EEC2}" destId="{884D1BDA-B763-4BD8-882F-312058910360}" srcOrd="0" destOrd="0" presId="urn:microsoft.com/office/officeart/2008/layout/LinedList"/>
    <dgm:cxn modelId="{7990FF16-A5BB-4694-BA26-74432F707368}" type="presParOf" srcId="{DF43659E-1CD0-4B47-892C-EF8576A8EEC2}" destId="{A3729121-7589-490E-850C-71B6E85904A1}" srcOrd="1" destOrd="0" presId="urn:microsoft.com/office/officeart/2008/layout/LinedList"/>
    <dgm:cxn modelId="{CE510525-BC0E-40D1-8A77-B2A676DBB54D}" type="presParOf" srcId="{E72D3143-25F7-4325-83AD-CA0F2CA35AE8}" destId="{6A3D15F1-FEB4-46FF-BDDE-B1215DFE0101}" srcOrd="2" destOrd="0" presId="urn:microsoft.com/office/officeart/2008/layout/LinedList"/>
    <dgm:cxn modelId="{20C8483E-D3B0-4A9C-B6F8-31E77B13BA92}" type="presParOf" srcId="{E72D3143-25F7-4325-83AD-CA0F2CA35AE8}" destId="{A46242E1-E038-4528-A4C1-AE70F21E9DF9}" srcOrd="3" destOrd="0" presId="urn:microsoft.com/office/officeart/2008/layout/LinedList"/>
    <dgm:cxn modelId="{6F3637F4-6A24-45F2-92F2-CAE67CA0E8C1}" type="presParOf" srcId="{A46242E1-E038-4528-A4C1-AE70F21E9DF9}" destId="{56902616-4E02-4D05-9039-7933D635B9CC}" srcOrd="0" destOrd="0" presId="urn:microsoft.com/office/officeart/2008/layout/LinedList"/>
    <dgm:cxn modelId="{D9B7F623-AE25-4FE9-892E-3D60053E5FBF}" type="presParOf" srcId="{A46242E1-E038-4528-A4C1-AE70F21E9DF9}" destId="{99AC600A-2845-47F9-B031-9E92BAF3FC38}" srcOrd="1" destOrd="0" presId="urn:microsoft.com/office/officeart/2008/layout/LinedList"/>
    <dgm:cxn modelId="{7227CA04-4F13-4C11-94AD-FE96F53E1D36}" type="presParOf" srcId="{E72D3143-25F7-4325-83AD-CA0F2CA35AE8}" destId="{D4F24983-FBFC-4C17-83B9-E0497FB31866}" srcOrd="4" destOrd="0" presId="urn:microsoft.com/office/officeart/2008/layout/LinedList"/>
    <dgm:cxn modelId="{A805C738-C919-47F3-8072-C612ABF1FB45}" type="presParOf" srcId="{E72D3143-25F7-4325-83AD-CA0F2CA35AE8}" destId="{E875B35E-9A07-4137-8533-88667D926BAF}" srcOrd="5" destOrd="0" presId="urn:microsoft.com/office/officeart/2008/layout/LinedList"/>
    <dgm:cxn modelId="{6FDDCB74-C4CD-4522-993E-7920E4FAE7F4}" type="presParOf" srcId="{E875B35E-9A07-4137-8533-88667D926BAF}" destId="{5FB64A2E-0056-4DCF-ADEA-A4D1DDFEDCCC}" srcOrd="0" destOrd="0" presId="urn:microsoft.com/office/officeart/2008/layout/LinedList"/>
    <dgm:cxn modelId="{F1515DB1-4779-4815-A543-2FC7F7020B99}" type="presParOf" srcId="{E875B35E-9A07-4137-8533-88667D926BAF}" destId="{CFE99B23-C1BB-4DBF-AD40-E193B23E37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1719D-7BA6-41C4-B6C5-733ADC684A04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D1BDA-B763-4BD8-882F-312058910360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lvl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kern="1200" dirty="0">
              <a:solidFill>
                <a:schemeClr val="tx2"/>
              </a:solidFill>
            </a:rPr>
            <a:t>Etapa 1:</a:t>
          </a:r>
          <a:r>
            <a:rPr lang="en-US" sz="4700" kern="1200" dirty="0">
              <a:solidFill>
                <a:schemeClr val="accent1"/>
              </a:solidFill>
            </a:rPr>
            <a:t> </a:t>
          </a:r>
          <a:r>
            <a:rPr lang="en-US" sz="4700" kern="1200" dirty="0" err="1">
              <a:solidFill>
                <a:schemeClr val="accent1"/>
              </a:solidFill>
            </a:rPr>
            <a:t>Viabilidad</a:t>
          </a:r>
          <a:r>
            <a:rPr lang="en-US" sz="4700" kern="1200" dirty="0">
              <a:solidFill>
                <a:schemeClr val="accent1"/>
              </a:solidFill>
            </a:rPr>
            <a:t> </a:t>
          </a:r>
          <a:r>
            <a:rPr lang="en-US" sz="4700" kern="1200" dirty="0" err="1">
              <a:solidFill>
                <a:schemeClr val="accent1"/>
              </a:solidFill>
            </a:rPr>
            <a:t>teórica</a:t>
          </a:r>
          <a:endParaRPr lang="en-US" sz="4700" kern="1200" dirty="0">
            <a:solidFill>
              <a:schemeClr val="accent1"/>
            </a:solidFill>
          </a:endParaRPr>
        </a:p>
      </dsp:txBody>
      <dsp:txXfrm>
        <a:off x="0" y="2124"/>
        <a:ext cx="10515600" cy="1449029"/>
      </dsp:txXfrm>
    </dsp:sp>
    <dsp:sp modelId="{6A3D15F1-FEB4-46FF-BDDE-B1215DFE0101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02616-4E02-4D05-9039-7933D635B9CC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lvl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4700" kern="1200" dirty="0">
              <a:solidFill>
                <a:schemeClr val="tx2"/>
              </a:solidFill>
            </a:rPr>
            <a:t>Etapa 2:</a:t>
          </a:r>
          <a:r>
            <a:rPr lang="es-ES" sz="4700" kern="1200" dirty="0">
              <a:solidFill>
                <a:schemeClr val="accent1"/>
              </a:solidFill>
            </a:rPr>
            <a:t> Demanda real y logística</a:t>
          </a:r>
          <a:endParaRPr lang="en-US" sz="4700" kern="1200" dirty="0">
            <a:solidFill>
              <a:schemeClr val="accent1"/>
            </a:solidFill>
          </a:endParaRPr>
        </a:p>
      </dsp:txBody>
      <dsp:txXfrm>
        <a:off x="0" y="1451154"/>
        <a:ext cx="10515600" cy="1449029"/>
      </dsp:txXfrm>
    </dsp:sp>
    <dsp:sp modelId="{D4F24983-FBFC-4C17-83B9-E0497FB31866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B64A2E-0056-4DCF-ADEA-A4D1DDFEDCCC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lvl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4700" kern="1200" dirty="0">
              <a:solidFill>
                <a:schemeClr val="tx2"/>
              </a:solidFill>
            </a:rPr>
            <a:t>Etapa 3:</a:t>
          </a:r>
          <a:r>
            <a:rPr lang="es-ES" sz="4700" kern="1200" dirty="0">
              <a:solidFill>
                <a:schemeClr val="accent1"/>
              </a:solidFill>
            </a:rPr>
            <a:t> Restricciones físicas y de entorno</a:t>
          </a:r>
          <a:endParaRPr lang="en-US" sz="4700" kern="1200" dirty="0">
            <a:solidFill>
              <a:schemeClr val="accent1"/>
            </a:solidFill>
          </a:endParaRPr>
        </a:p>
      </dsp:txBody>
      <dsp:txXfrm>
        <a:off x="0" y="2900183"/>
        <a:ext cx="10515600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DE07B-1A00-4961-AA39-358B1F9755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C6F74-8195-48D3-A0C4-161EFC1DE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8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Analisis</a:t>
            </a:r>
            <a:r>
              <a:rPr lang="en-US" dirty="0"/>
              <a:t> Top Down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Enfoque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s-PE" dirty="0" err="1"/>
              <a:t>órico</a:t>
            </a:r>
            <a:r>
              <a:rPr lang="es-PE" dirty="0"/>
              <a:t> inicialmente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C6F74-8195-48D3-A0C4-161EFC1DEF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71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56A0-0E30-F430-E9C2-0C36B65B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CC206-BFEC-8628-2949-CFCA76E37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6DBFD-8933-6823-771B-DF65A9D33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dirty="0"/>
              <a:t>De la tesis teórica a decisiones reales.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Estas</a:t>
            </a:r>
            <a:r>
              <a:rPr lang="en-US" dirty="0"/>
              <a:t> son </a:t>
            </a:r>
            <a:r>
              <a:rPr lang="en-US" dirty="0" err="1"/>
              <a:t>decisiones</a:t>
            </a:r>
            <a:r>
              <a:rPr lang="en-US" dirty="0"/>
              <a:t> de </a:t>
            </a:r>
            <a:r>
              <a:rPr lang="en-US" dirty="0" err="1"/>
              <a:t>negocio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del Puerto.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Esta </a:t>
            </a:r>
            <a:r>
              <a:rPr lang="en-US" dirty="0" err="1"/>
              <a:t>etapa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refinar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de Negocios y </a:t>
            </a:r>
            <a:r>
              <a:rPr lang="en-US" dirty="0" err="1"/>
              <a:t>Llevarlo</a:t>
            </a:r>
            <a:r>
              <a:rPr lang="en-US" dirty="0"/>
              <a:t> a </a:t>
            </a:r>
            <a:r>
              <a:rPr lang="en-US" dirty="0" err="1"/>
              <a:t>realidad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proyectos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alimentar</a:t>
            </a:r>
            <a:r>
              <a:rPr lang="es-PE" dirty="0" err="1"/>
              <a:t>án</a:t>
            </a:r>
            <a:r>
              <a:rPr lang="es-PE" dirty="0"/>
              <a:t> el puerto.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dirty="0"/>
              <a:t>Es importante para llegar a los tiempos del Estudio que PETRAL active las conversaciones con los potenciales clientes del puerto temprano buscando entender las variables bajo su control.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40D4C-E6EA-8F71-725E-572B07114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C6F74-8195-48D3-A0C4-161EFC1DEF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77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24428-C04E-5917-0A0B-F853C283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75E92-3CF7-C497-69BB-83FF2FC77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D9671-5D42-5440-3B2B-B90043B55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dirty="0"/>
              <a:t>De la tesis teórica a decisiones reales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Estas</a:t>
            </a:r>
            <a:r>
              <a:rPr lang="en-US" dirty="0"/>
              <a:t> son </a:t>
            </a:r>
            <a:r>
              <a:rPr lang="en-US" dirty="0" err="1"/>
              <a:t>decisiones</a:t>
            </a:r>
            <a:r>
              <a:rPr lang="en-US" dirty="0"/>
              <a:t> de </a:t>
            </a:r>
            <a:r>
              <a:rPr lang="en-US" dirty="0" err="1"/>
              <a:t>negocio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clients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Esta </a:t>
            </a:r>
            <a:r>
              <a:rPr lang="en-US" dirty="0" err="1"/>
              <a:t>etapa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refinar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de Negocios y </a:t>
            </a:r>
            <a:r>
              <a:rPr lang="en-US" dirty="0" err="1"/>
              <a:t>Llevarlo</a:t>
            </a:r>
            <a:r>
              <a:rPr lang="en-US" dirty="0"/>
              <a:t> a </a:t>
            </a:r>
            <a:r>
              <a:rPr lang="en-US" dirty="0" err="1"/>
              <a:t>realidad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proyectos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alimentar</a:t>
            </a:r>
            <a:r>
              <a:rPr lang="es-PE" dirty="0" err="1"/>
              <a:t>án</a:t>
            </a:r>
            <a:r>
              <a:rPr lang="es-PE" dirty="0"/>
              <a:t> el puerto.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7F777-EB8D-96F7-BE7A-6546F96A3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C6F74-8195-48D3-A0C4-161EFC1DEF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07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dirty="0"/>
              <a:t>Enfoque, ok? Revisiones?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dirty="0"/>
              <a:t>Acciones de PETRAL?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dirty="0"/>
              <a:t>Próximo hito y cuando debería lograrse?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dirty="0"/>
              <a:t>Fecha de siguiente </a:t>
            </a:r>
            <a:r>
              <a:rPr lang="es-PE" dirty="0" err="1"/>
              <a:t>Check</a:t>
            </a:r>
            <a:r>
              <a:rPr lang="es-PE" dirty="0"/>
              <a:t>-in?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C6F74-8195-48D3-A0C4-161EFC1DEF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14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window&#10;&#10;Description automatically generated">
            <a:extLst>
              <a:ext uri="{FF2B5EF4-FFF2-40B4-BE49-F238E27FC236}">
                <a16:creationId xmlns:a16="http://schemas.microsoft.com/office/drawing/2014/main" id="{6A60EAE0-0D78-68D4-072C-16CAFF4E0F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3823"/>
          <a:stretch>
            <a:fillRect/>
          </a:stretch>
        </p:blipFill>
        <p:spPr>
          <a:xfrm>
            <a:off x="45770" y="25877"/>
            <a:ext cx="12103100" cy="457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87782B-AF3F-AE59-ADFB-477C28FF4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71999"/>
            <a:ext cx="9144000" cy="939289"/>
          </a:xfrm>
        </p:spPr>
        <p:txBody>
          <a:bodyPr anchor="b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43FE7-1A3F-CE9E-3B4D-78A76B37E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21422"/>
            <a:ext cx="9144000" cy="3651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B0ED6-FFC6-1E03-7DEF-07AFE97C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454B8-CDAE-4515-AE8B-8F5EBDA6211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C758C-8DDC-AE31-F492-AF2AAAA9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8E9FA-4AF7-39B7-A993-6E58847C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A1665-8B2E-4710-B067-07275ECA1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816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2C7B8-ABAE-3FDF-3AE5-1FE4BAD3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8C50-A116-8C71-DE2E-3886D1F40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2ABD8-6CE7-1DD4-D7E3-490A73E1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454B8-CDAE-4515-AE8B-8F5EBDA6211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B979B-504B-B4AC-134C-6D090DA3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33A69-7AC3-3796-FD5A-D7414C39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A1665-8B2E-4710-B067-07275ECA1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7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09E066B-AA7D-C634-B652-04C1ADF1C6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97" t="69434"/>
          <a:stretch>
            <a:fillRect/>
          </a:stretch>
        </p:blipFill>
        <p:spPr>
          <a:xfrm>
            <a:off x="19887" y="4761780"/>
            <a:ext cx="11986583" cy="20962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02C7B8-ABAE-3FDF-3AE5-1FE4BAD3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8C50-A116-8C71-DE2E-3886D1F40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851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2ABD8-6CE7-1DD4-D7E3-490A73E1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454B8-CDAE-4515-AE8B-8F5EBDA6211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B979B-504B-B4AC-134C-6D090DA3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33A69-7AC3-3796-FD5A-D7414C39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A1665-8B2E-4710-B067-07275ECA1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4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DCB7A08E-5071-D5C3-7F20-2642C38E22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76" y="0"/>
            <a:ext cx="12185650" cy="6861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7B44B-5A0C-0176-196A-7884B2EF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674" y="1709738"/>
            <a:ext cx="10277775" cy="2852737"/>
          </a:xfrm>
        </p:spPr>
        <p:txBody>
          <a:bodyPr anchor="b">
            <a:normAutofit/>
          </a:bodyPr>
          <a:lstStyle>
            <a:lvl1pPr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2D402-93F5-167B-7E5E-F41214C5C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674" y="4589463"/>
            <a:ext cx="1027777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5052A-4466-BC05-C431-C3E083C3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0445" y="6261464"/>
            <a:ext cx="2390954" cy="225605"/>
          </a:xfrm>
        </p:spPr>
        <p:txBody>
          <a:bodyPr/>
          <a:lstStyle/>
          <a:p>
            <a:fld id="{9D8454B8-CDAE-4515-AE8B-8F5EBDA6211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5F86-3CED-EF74-6DAE-F8E13C08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67A82-D682-F1DB-72D8-042D95DE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A1665-8B2E-4710-B067-07275ECA1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65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7ED57-277E-912B-BD9A-D9A32EBA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A913C-6582-7186-9F21-B4413DE72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98851"/>
            <a:ext cx="5181600" cy="45881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FE435-3BD8-86BD-80CF-49DEDBCD2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8851"/>
            <a:ext cx="5181600" cy="45881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5562F-5D3C-338D-A448-2BC453149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454B8-CDAE-4515-AE8B-8F5EBDA6211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C42F-9ECF-507A-DB21-A591F3B8F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65B81-EFEA-3319-C9E6-AB3966E5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A1665-8B2E-4710-B067-07275ECA1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9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D944-60EB-C111-3EFF-97AD640D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5095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220E2-3635-4C1C-DCEF-7EAE2FFF0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9885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A0A0A-7052-638E-2AB4-BFB5D9B14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1684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5F9AE-33FD-DAC7-FDD7-4E796CA41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9885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6CE79E-1B4E-49A1-DF6C-20191CF8C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1684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1813B8-13EB-3D53-7FC1-3F801FFB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454B8-CDAE-4515-AE8B-8F5EBDA6211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EF9441-4A69-4B51-1F10-E7D0C4A3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F382F3-811F-E0EA-72D2-1D031AD9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A1665-8B2E-4710-B067-07275ECA1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0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319FC-693D-BBE1-F91E-AA53DED46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454B8-CDAE-4515-AE8B-8F5EBDA6211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7119C-2E97-52B1-B7FD-B3E073DB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08A9A-AA14-DF2B-54CC-361F8A23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A1665-8B2E-4710-B067-07275ECA1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7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8D5D-507C-C463-0D55-F0A432F0F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D7A6C-F657-2BF7-A6E6-349305FAD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80F93-9A8E-3838-DDFA-4C1534CCD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5DF66-0211-5628-12C7-98379C034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454B8-CDAE-4515-AE8B-8F5EBDA6211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1261B-DB8F-EA0F-14D8-4C50B32B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D88FC-4B2B-AF99-C1E4-1689DDE2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A1665-8B2E-4710-B067-07275ECA1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43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A035-E55F-F71F-1067-9CCAD4F1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737E72-1B72-710A-3A17-E68085A6B8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26D00-4AB6-92F5-7DCE-C8C13EA11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20233-E43C-CF99-0C73-2966945C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454B8-CDAE-4515-AE8B-8F5EBDA6211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06672-91B5-A6A9-BA1F-E4DFC1CA5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3B0AD-B57D-7D85-F17A-85BDF333A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A1665-8B2E-4710-B067-07275ECA1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5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5ADE908-1AAD-49AB-1EFB-C4774B4C2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97" t="69434"/>
          <a:stretch>
            <a:fillRect/>
          </a:stretch>
        </p:blipFill>
        <p:spPr>
          <a:xfrm>
            <a:off x="19887" y="4761780"/>
            <a:ext cx="12026339" cy="20962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CF69E-2089-E836-1C38-44F91D63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9E4B7-4233-4371-F4E6-81BF4023E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AADCB-A51E-4C46-3621-46C540A0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454B8-CDAE-4515-AE8B-8F5EBDA6211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5779D-4A82-6711-5919-8D95C23B5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1FFD5-6860-DCD0-90CB-492626E2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A1665-8B2E-4710-B067-07275ECA1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98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0B11A8D-ED92-E011-4909-4F7C83EEEACA}"/>
              </a:ext>
            </a:extLst>
          </p:cNvPr>
          <p:cNvSpPr/>
          <p:nvPr userDrawn="1"/>
        </p:nvSpPr>
        <p:spPr>
          <a:xfrm>
            <a:off x="0" y="300431"/>
            <a:ext cx="12192000" cy="6046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F3A03-C999-CBDA-DBB5-BB6F4B7E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8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787A2-9CC5-2479-942F-437B7399A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61464"/>
            <a:ext cx="2743200" cy="2256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454B8-CDAE-4515-AE8B-8F5EBDA6211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69552-02B8-4B73-F662-E3DD21947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61464"/>
            <a:ext cx="4114800" cy="2256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F94E4-5AAE-BF33-CF0B-35C7AFE40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61464"/>
            <a:ext cx="2743200" cy="2256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A1665-8B2E-4710-B067-07275ECA1F1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CD25B-F52A-CBE7-7CF3-8E642737D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298"/>
            <a:ext cx="10515600" cy="58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24816B0D-B7A8-41B2-B5E1-5F29528C683D}"/>
              </a:ext>
            </a:extLst>
          </p:cNvPr>
          <p:cNvSpPr/>
          <p:nvPr userDrawn="1"/>
        </p:nvSpPr>
        <p:spPr>
          <a:xfrm rot="10800000">
            <a:off x="79512" y="6657228"/>
            <a:ext cx="11274287" cy="131197"/>
          </a:xfrm>
          <a:prstGeom prst="trapezoi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D923F990-6DA5-471D-01D4-4E14907EEE7C}"/>
              </a:ext>
            </a:extLst>
          </p:cNvPr>
          <p:cNvSpPr/>
          <p:nvPr userDrawn="1"/>
        </p:nvSpPr>
        <p:spPr>
          <a:xfrm>
            <a:off x="11449879" y="6657228"/>
            <a:ext cx="548640" cy="128016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59B03-408B-8BC3-8B17-7A1B736CA8CD}"/>
              </a:ext>
            </a:extLst>
          </p:cNvPr>
          <p:cNvSpPr/>
          <p:nvPr userDrawn="1"/>
        </p:nvSpPr>
        <p:spPr>
          <a:xfrm>
            <a:off x="0" y="905068"/>
            <a:ext cx="12192000" cy="457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3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8" userDrawn="1">
          <p15:clr>
            <a:srgbClr val="F26B43"/>
          </p15:clr>
        </p15:guide>
        <p15:guide id="2" pos="5112" userDrawn="1">
          <p15:clr>
            <a:srgbClr val="F26B43"/>
          </p15:clr>
        </p15:guide>
        <p15:guide id="3" orient="horz" pos="1440" userDrawn="1">
          <p15:clr>
            <a:srgbClr val="F26B43"/>
          </p15:clr>
        </p15:guide>
        <p15:guide id="4" orient="horz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5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8.png"/><Relationship Id="rId10" Type="http://schemas.openxmlformats.org/officeDocument/2006/relationships/image" Target="../media/image17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A7B479-7A57-7A07-74FE-E86A71C68D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>
                <a:solidFill>
                  <a:schemeClr val="accent1"/>
                </a:solidFill>
              </a:rPr>
              <a:t>Proyecto MARK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769E68B-B1B2-F5C5-6319-DDF7A963E7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PE" dirty="0"/>
              <a:t>Alineamiento y Direccionamiento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329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5044-1F08-FCCA-5569-C7207970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Objetivo</a:t>
            </a:r>
            <a:r>
              <a:rPr lang="en-US" dirty="0"/>
              <a:t> de la </a:t>
            </a:r>
            <a:r>
              <a:rPr lang="en-US" dirty="0" err="1"/>
              <a:t>reunión</a:t>
            </a:r>
            <a:endParaRPr lang="en-US" sz="27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BEA3-313E-20F8-50BB-0A43527C9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Confirmar que el enfoque y la secuencia del análisis del Proyecto MARK se mantienen alineados con lo conversado en el </a:t>
            </a:r>
            <a:r>
              <a:rPr lang="es-ES" dirty="0" err="1"/>
              <a:t>kick</a:t>
            </a:r>
            <a:r>
              <a:rPr lang="es-ES" dirty="0"/>
              <a:t>-off, y asegurar foco en las etapas correctas:</a:t>
            </a:r>
          </a:p>
          <a:p>
            <a:pPr lvl="1"/>
            <a:r>
              <a:rPr lang="es-PE" sz="2400" dirty="0"/>
              <a:t>Validar que la dirección actual del estudio es la adecuada</a:t>
            </a:r>
            <a:endParaRPr lang="en-US" sz="2400" dirty="0"/>
          </a:p>
          <a:p>
            <a:pPr lvl="1"/>
            <a:r>
              <a:rPr lang="es-PE" sz="2400" dirty="0"/>
              <a:t>Confirmar la </a:t>
            </a:r>
            <a:r>
              <a:rPr lang="es-PE" sz="2400" b="1" dirty="0"/>
              <a:t>secuencia de análisis</a:t>
            </a:r>
            <a:r>
              <a:rPr lang="es-PE" sz="2400" dirty="0"/>
              <a:t> acordada</a:t>
            </a:r>
            <a:endParaRPr lang="en-US" sz="2400" dirty="0"/>
          </a:p>
          <a:p>
            <a:pPr lvl="1"/>
            <a:r>
              <a:rPr lang="es-PE" sz="2400" dirty="0"/>
              <a:t>Identificar ajustes de enfoque </a:t>
            </a:r>
            <a:r>
              <a:rPr lang="es-PE" sz="2400" b="1" dirty="0"/>
              <a:t>antes</a:t>
            </a:r>
            <a:r>
              <a:rPr lang="es-PE" sz="2400" dirty="0"/>
              <a:t> de profundizar innecesariamente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39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F412D-5704-4378-FC81-3F00A5131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Punto de </a:t>
            </a:r>
            <a:r>
              <a:rPr lang="en-US" sz="2800" dirty="0" err="1"/>
              <a:t>partida</a:t>
            </a:r>
            <a:endParaRPr lang="en-US" sz="27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87027-A384-3398-B391-C9D831B22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Antecedentes</a:t>
            </a:r>
            <a:endParaRPr lang="en-US" dirty="0"/>
          </a:p>
          <a:p>
            <a:pPr lvl="0"/>
            <a:r>
              <a:rPr lang="es-PE" dirty="0"/>
              <a:t>En el </a:t>
            </a:r>
            <a:r>
              <a:rPr lang="es-PE" dirty="0" err="1"/>
              <a:t>kick</a:t>
            </a:r>
            <a:r>
              <a:rPr lang="es-PE" dirty="0"/>
              <a:t>-off, se acordó una evaluación </a:t>
            </a:r>
            <a:r>
              <a:rPr lang="es-PE" b="1" dirty="0"/>
              <a:t>económica y secuencial</a:t>
            </a:r>
            <a:r>
              <a:rPr lang="es-PE" dirty="0"/>
              <a:t> del Proyecto MARK</a:t>
            </a:r>
            <a:endParaRPr lang="en-US" dirty="0"/>
          </a:p>
          <a:p>
            <a:pPr lvl="0"/>
            <a:r>
              <a:rPr lang="es-PE" dirty="0"/>
              <a:t>El enfoque prioriza </a:t>
            </a:r>
            <a:r>
              <a:rPr lang="es-PE" b="1" dirty="0"/>
              <a:t>viabilidad económica</a:t>
            </a:r>
            <a:r>
              <a:rPr lang="es-PE" dirty="0"/>
              <a:t> antes de diseño y detalle</a:t>
            </a:r>
            <a:endParaRPr lang="en-US" dirty="0"/>
          </a:p>
          <a:p>
            <a:pPr lvl="0"/>
            <a:r>
              <a:rPr lang="es-PE" dirty="0"/>
              <a:t>El estudio ya se encuentra en ejecución bajo esa lógica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056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67268-C59C-39A5-6956-D42EA8E4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Enfoque del estudio</a:t>
            </a:r>
            <a:endParaRPr lang="en-US" sz="27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B3115-B1D6-CD43-EF5B-D5C2E123E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dirty="0"/>
              <a:t>El estudio avanza de manera ordenada y secuencial:</a:t>
            </a:r>
            <a:endParaRPr lang="en-US" dirty="0"/>
          </a:p>
          <a:p>
            <a:pPr lvl="1"/>
            <a:r>
              <a:rPr lang="en-US" dirty="0" err="1"/>
              <a:t>Viabilidad</a:t>
            </a:r>
            <a:r>
              <a:rPr lang="en-US" dirty="0"/>
              <a:t> </a:t>
            </a:r>
            <a:r>
              <a:rPr lang="en-US" dirty="0" err="1"/>
              <a:t>teórica</a:t>
            </a:r>
            <a:endParaRPr lang="en-US" dirty="0"/>
          </a:p>
          <a:p>
            <a:pPr lvl="1"/>
            <a:r>
              <a:rPr lang="es-PE" dirty="0"/>
              <a:t>Demanda real y logística de los clientes del puerto</a:t>
            </a:r>
            <a:endParaRPr lang="en-US" dirty="0"/>
          </a:p>
          <a:p>
            <a:pPr lvl="1"/>
            <a:r>
              <a:rPr lang="es-PE" dirty="0"/>
              <a:t>Restricciones físicas y de entorno con impacto económico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s-ES" sz="2200" b="1" dirty="0">
                <a:solidFill>
                  <a:schemeClr val="tx2"/>
                </a:solidFill>
              </a:rPr>
              <a:t>Principio</a:t>
            </a:r>
          </a:p>
          <a:p>
            <a:pPr marL="0" indent="0">
              <a:buNone/>
            </a:pPr>
            <a:r>
              <a:rPr lang="es-ES" sz="2200" dirty="0"/>
              <a:t>Cada etapa habilita la siguiente.</a:t>
            </a:r>
            <a:br>
              <a:rPr lang="es-ES" sz="2200" dirty="0"/>
            </a:br>
            <a:r>
              <a:rPr lang="es-ES" sz="2200" dirty="0"/>
              <a:t>Ninguna se profundiza sin que la anterior esté razonablemente validada.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19193-6733-65F1-7C97-E4AF14641778}"/>
              </a:ext>
            </a:extLst>
          </p:cNvPr>
          <p:cNvSpPr txBox="1"/>
          <p:nvPr/>
        </p:nvSpPr>
        <p:spPr>
          <a:xfrm>
            <a:off x="838200" y="915007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b="1" i="1" dirty="0">
                <a:solidFill>
                  <a:schemeClr val="tx2"/>
                </a:solidFill>
              </a:rPr>
              <a:t>¿Existe una tesis económica defendible para el Proyecto MARK que justifique profundizar en complejidad técnica?</a:t>
            </a:r>
            <a:endParaRPr lang="en-US" sz="1600" b="1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735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9C3E-217D-9D67-B15A-FEEF8A663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674" y="1709738"/>
            <a:ext cx="10277775" cy="2852737"/>
          </a:xfrm>
        </p:spPr>
        <p:txBody>
          <a:bodyPr anchor="b">
            <a:normAutofit/>
          </a:bodyPr>
          <a:lstStyle/>
          <a:p>
            <a:r>
              <a:rPr lang="en-US" dirty="0" err="1"/>
              <a:t>Etapas</a:t>
            </a:r>
            <a:r>
              <a:rPr lang="en-US" dirty="0"/>
              <a:t> de </a:t>
            </a:r>
            <a:r>
              <a:rPr lang="en-US" dirty="0" err="1"/>
              <a:t>Evaluaci</a:t>
            </a:r>
            <a:r>
              <a:rPr lang="es-PE" dirty="0" err="1"/>
              <a:t>ón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F5205C8-E46F-1859-A460-691D87C80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674" y="4589463"/>
            <a:ext cx="10277775" cy="15001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6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A8F0-D518-F89A-2265-990ACAE4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2700" dirty="0" err="1"/>
              <a:t>Enfoque</a:t>
            </a:r>
            <a:r>
              <a:rPr lang="en-US" sz="2700" dirty="0"/>
              <a:t> de </a:t>
            </a:r>
            <a:r>
              <a:rPr lang="en-US" sz="2700" dirty="0" err="1"/>
              <a:t>evaluación</a:t>
            </a:r>
            <a:r>
              <a:rPr lang="en-US" sz="2700" dirty="0"/>
              <a:t> </a:t>
            </a:r>
            <a:r>
              <a:rPr lang="en-US" sz="2700" dirty="0" err="1"/>
              <a:t>propuesto</a:t>
            </a:r>
            <a:endParaRPr lang="en-US" sz="2700" i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DF08A4-D244-778C-994D-D11ACC37A4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6711609"/>
              </p:ext>
            </p:extLst>
          </p:nvPr>
        </p:nvGraphicFramePr>
        <p:xfrm>
          <a:off x="838200" y="129857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5767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E6146-AF4E-26D6-3FF3-B412DFB88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298"/>
            <a:ext cx="10515600" cy="58970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Etapa 1: </a:t>
            </a:r>
            <a:r>
              <a:rPr lang="en-US" dirty="0" err="1"/>
              <a:t>Viabilidad</a:t>
            </a:r>
            <a:r>
              <a:rPr lang="en-US" dirty="0"/>
              <a:t> </a:t>
            </a:r>
            <a:r>
              <a:rPr lang="en-US" dirty="0" err="1"/>
              <a:t>Teórica</a:t>
            </a:r>
            <a:endParaRPr lang="en-US" sz="2700" i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FAF5B-1637-9151-4E88-6CFC22CFE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25429"/>
            <a:ext cx="10515600" cy="33855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tx2"/>
                </a:solidFill>
              </a:rPr>
              <a:t>Objetivo:</a:t>
            </a:r>
            <a:r>
              <a:rPr lang="es-ES" dirty="0"/>
              <a:t> Validar si existe una tesis </a:t>
            </a:r>
            <a:r>
              <a:rPr lang="es-ES" b="1" u="sng" dirty="0"/>
              <a:t>económica</a:t>
            </a:r>
            <a:r>
              <a:rPr lang="es-ES" dirty="0"/>
              <a:t> razonable para un puerto de hierro en MARK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21243B-63BF-24BF-2DE1-A3CCD13BD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651514"/>
            <a:ext cx="10515600" cy="123544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2"/>
                </a:solidFill>
              </a:rPr>
              <a:t>Output Clave</a:t>
            </a:r>
          </a:p>
          <a:p>
            <a:pPr lvl="1"/>
            <a:r>
              <a:rPr lang="en-US" dirty="0"/>
              <a:t>Escala </a:t>
            </a:r>
            <a:r>
              <a:rPr lang="en-US" dirty="0" err="1"/>
              <a:t>mínima</a:t>
            </a:r>
            <a:r>
              <a:rPr lang="en-US" dirty="0"/>
              <a:t> viable</a:t>
            </a:r>
          </a:p>
          <a:p>
            <a:pPr lvl="1"/>
            <a:r>
              <a:rPr lang="en-US" dirty="0"/>
              <a:t>Drivers de valor</a:t>
            </a:r>
          </a:p>
          <a:p>
            <a:pPr lvl="1"/>
            <a:r>
              <a:rPr lang="en-US" dirty="0" err="1"/>
              <a:t>Condiciones</a:t>
            </a:r>
            <a:r>
              <a:rPr lang="en-US" dirty="0"/>
              <a:t> de </a:t>
            </a:r>
            <a:r>
              <a:rPr lang="en-US" dirty="0" err="1"/>
              <a:t>viabilidad</a:t>
            </a:r>
            <a:r>
              <a:rPr lang="en-US" dirty="0"/>
              <a:t>: “</a:t>
            </a:r>
            <a:r>
              <a:rPr lang="en-US" dirty="0" err="1"/>
              <a:t>Funciona</a:t>
            </a:r>
            <a:r>
              <a:rPr lang="en-US" dirty="0"/>
              <a:t> / No </a:t>
            </a:r>
            <a:r>
              <a:rPr lang="en-US" dirty="0" err="1"/>
              <a:t>Funciona</a:t>
            </a:r>
            <a:r>
              <a:rPr lang="en-US" dirty="0"/>
              <a:t>”</a:t>
            </a:r>
          </a:p>
        </p:txBody>
      </p:sp>
      <p:pic>
        <p:nvPicPr>
          <p:cNvPr id="9" name="Graphic 8" descr="Raw Materials with solid fill">
            <a:extLst>
              <a:ext uri="{FF2B5EF4-FFF2-40B4-BE49-F238E27FC236}">
                <a16:creationId xmlns:a16="http://schemas.microsoft.com/office/drawing/2014/main" id="{05A14E9B-07DE-54A3-E36F-F9B528F78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494182" y="2753681"/>
            <a:ext cx="914400" cy="914400"/>
          </a:xfrm>
          <a:prstGeom prst="rect">
            <a:avLst/>
          </a:prstGeom>
        </p:spPr>
      </p:pic>
      <p:pic>
        <p:nvPicPr>
          <p:cNvPr id="11" name="Graphic 10" descr="Crane with solid fill">
            <a:extLst>
              <a:ext uri="{FF2B5EF4-FFF2-40B4-BE49-F238E27FC236}">
                <a16:creationId xmlns:a16="http://schemas.microsoft.com/office/drawing/2014/main" id="{335F6B3B-2DFC-8EC9-C6F9-C8EA8B4DDA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020340" y="2753681"/>
            <a:ext cx="914400" cy="914400"/>
          </a:xfrm>
          <a:prstGeom prst="rect">
            <a:avLst/>
          </a:prstGeom>
        </p:spPr>
      </p:pic>
      <p:pic>
        <p:nvPicPr>
          <p:cNvPr id="13" name="Graphic 12" descr="Freight with solid fill">
            <a:extLst>
              <a:ext uri="{FF2B5EF4-FFF2-40B4-BE49-F238E27FC236}">
                <a16:creationId xmlns:a16="http://schemas.microsoft.com/office/drawing/2014/main" id="{7856F81F-DA5C-605A-20E5-C9D253F654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257261" y="2753681"/>
            <a:ext cx="914400" cy="914400"/>
          </a:xfrm>
          <a:prstGeom prst="rect">
            <a:avLst/>
          </a:prstGeom>
        </p:spPr>
      </p:pic>
      <p:pic>
        <p:nvPicPr>
          <p:cNvPr id="15" name="Graphic 14" descr="Dollar with solid fill">
            <a:extLst>
              <a:ext uri="{FF2B5EF4-FFF2-40B4-BE49-F238E27FC236}">
                <a16:creationId xmlns:a16="http://schemas.microsoft.com/office/drawing/2014/main" id="{ACE3BD18-2FC7-DCD8-685A-001FC69AE3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9783418" y="2753681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FB5D1A-B5DC-6CA9-33CC-0C5EFF056FEC}"/>
              </a:ext>
            </a:extLst>
          </p:cNvPr>
          <p:cNvSpPr txBox="1"/>
          <p:nvPr/>
        </p:nvSpPr>
        <p:spPr>
          <a:xfrm>
            <a:off x="4485591" y="971034"/>
            <a:ext cx="322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dirty="0">
                <a:solidFill>
                  <a:schemeClr val="tx2"/>
                </a:solidFill>
              </a:rPr>
              <a:t>¿El proyecto funciona en abstracto?</a:t>
            </a:r>
            <a:endParaRPr lang="en-US" sz="1600" b="1" i="1" dirty="0">
              <a:solidFill>
                <a:schemeClr val="tx2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D287D9B-CC1E-E56B-B072-8E65732E5ED1}"/>
              </a:ext>
            </a:extLst>
          </p:cNvPr>
          <p:cNvCxnSpPr>
            <a:cxnSpLocks/>
          </p:cNvCxnSpPr>
          <p:nvPr/>
        </p:nvCxnSpPr>
        <p:spPr>
          <a:xfrm>
            <a:off x="838200" y="2281730"/>
            <a:ext cx="105156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9869FE-4C04-0F37-9505-413077099107}"/>
              </a:ext>
            </a:extLst>
          </p:cNvPr>
          <p:cNvCxnSpPr>
            <a:cxnSpLocks/>
          </p:cNvCxnSpPr>
          <p:nvPr/>
        </p:nvCxnSpPr>
        <p:spPr>
          <a:xfrm>
            <a:off x="838200" y="4567733"/>
            <a:ext cx="105156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E6D412-5F01-D383-492A-C614C2A396A8}"/>
              </a:ext>
            </a:extLst>
          </p:cNvPr>
          <p:cNvCxnSpPr>
            <a:cxnSpLocks/>
          </p:cNvCxnSpPr>
          <p:nvPr/>
        </p:nvCxnSpPr>
        <p:spPr>
          <a:xfrm>
            <a:off x="838200" y="1307509"/>
            <a:ext cx="105156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D88CF02-4BEA-EC78-8ADB-99DE5E08AB7D}"/>
              </a:ext>
            </a:extLst>
          </p:cNvPr>
          <p:cNvSpPr txBox="1"/>
          <p:nvPr/>
        </p:nvSpPr>
        <p:spPr>
          <a:xfrm>
            <a:off x="4819336" y="2331347"/>
            <a:ext cx="25533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tx2"/>
                </a:solidFill>
              </a:rPr>
              <a:t>Variables a Considerar</a:t>
            </a:r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D8174F-983E-6DFD-E438-D2FEA33C03F0}"/>
              </a:ext>
            </a:extLst>
          </p:cNvPr>
          <p:cNvSpPr txBox="1"/>
          <p:nvPr/>
        </p:nvSpPr>
        <p:spPr>
          <a:xfrm>
            <a:off x="873981" y="3668081"/>
            <a:ext cx="2148840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sz="1600" b="1" dirty="0" err="1">
                <a:solidFill>
                  <a:schemeClr val="accent1"/>
                </a:solidFill>
              </a:rPr>
              <a:t>Volúmenes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5EBF55-CEC3-53C6-F9C5-3F86332243C3}"/>
              </a:ext>
            </a:extLst>
          </p:cNvPr>
          <p:cNvSpPr txBox="1"/>
          <p:nvPr/>
        </p:nvSpPr>
        <p:spPr>
          <a:xfrm>
            <a:off x="3635260" y="3690305"/>
            <a:ext cx="2148840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sz="1600" b="1" dirty="0" err="1">
                <a:solidFill>
                  <a:schemeClr val="accent1"/>
                </a:solidFill>
              </a:rPr>
              <a:t>Capacidad</a:t>
            </a:r>
            <a:r>
              <a:rPr lang="en-US" sz="1600" b="1" dirty="0">
                <a:solidFill>
                  <a:schemeClr val="accent1"/>
                </a:solidFill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</a:rPr>
              <a:t>Portuaria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425DA0-F5F6-8CBE-6198-7BA0FA22DA9D}"/>
              </a:ext>
            </a:extLst>
          </p:cNvPr>
          <p:cNvSpPr txBox="1"/>
          <p:nvPr/>
        </p:nvSpPr>
        <p:spPr>
          <a:xfrm>
            <a:off x="6298244" y="3668081"/>
            <a:ext cx="2148840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sz="1600" b="1" dirty="0" err="1">
                <a:solidFill>
                  <a:schemeClr val="accent1"/>
                </a:solidFill>
              </a:rPr>
              <a:t>Tarifas</a:t>
            </a:r>
            <a:r>
              <a:rPr lang="en-US" sz="1600" b="1" dirty="0">
                <a:solidFill>
                  <a:schemeClr val="accent1"/>
                </a:solidFill>
              </a:rPr>
              <a:t> de </a:t>
            </a:r>
            <a:r>
              <a:rPr lang="en-US" sz="1600" b="1" dirty="0" err="1">
                <a:solidFill>
                  <a:schemeClr val="accent1"/>
                </a:solidFill>
              </a:rPr>
              <a:t>Referencia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8E946D-B8CA-AA6D-C2A2-D1626DB4F9CB}"/>
              </a:ext>
            </a:extLst>
          </p:cNvPr>
          <p:cNvSpPr txBox="1"/>
          <p:nvPr/>
        </p:nvSpPr>
        <p:spPr>
          <a:xfrm>
            <a:off x="9169180" y="3668081"/>
            <a:ext cx="2148840" cy="64633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</a:rPr>
              <a:t>CAPEX / OPEX</a:t>
            </a:r>
          </a:p>
          <a:p>
            <a:pPr algn="ctr"/>
            <a:r>
              <a:rPr lang="en-US" sz="1600" b="1" dirty="0" err="1">
                <a:solidFill>
                  <a:schemeClr val="accent1"/>
                </a:solidFill>
              </a:rPr>
              <a:t>Indicativos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2E5D62-F414-7620-ECA0-2FD83424561C}"/>
              </a:ext>
            </a:extLst>
          </p:cNvPr>
          <p:cNvSpPr txBox="1"/>
          <p:nvPr/>
        </p:nvSpPr>
        <p:spPr>
          <a:xfrm>
            <a:off x="3194643" y="5976307"/>
            <a:ext cx="5802714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s-ES" dirty="0" err="1">
                <a:solidFill>
                  <a:schemeClr val="tx2"/>
                </a:solidFill>
              </a:rPr>
              <a:t>Consideraci</a:t>
            </a:r>
            <a:r>
              <a:rPr lang="es-PE" dirty="0" err="1">
                <a:solidFill>
                  <a:schemeClr val="tx2"/>
                </a:solidFill>
              </a:rPr>
              <a:t>ón</a:t>
            </a:r>
            <a:r>
              <a:rPr lang="es-ES" dirty="0">
                <a:solidFill>
                  <a:schemeClr val="tx2"/>
                </a:solidFill>
              </a:rPr>
              <a:t>:</a:t>
            </a:r>
            <a:r>
              <a:rPr lang="es-ES" b="1" dirty="0">
                <a:solidFill>
                  <a:schemeClr val="accent1"/>
                </a:solidFill>
              </a:rPr>
              <a:t> </a:t>
            </a:r>
            <a:r>
              <a:rPr lang="es-ES" dirty="0">
                <a:solidFill>
                  <a:schemeClr val="accent1"/>
                </a:solidFill>
              </a:rPr>
              <a:t>¿Vale la pena avanzar a la siguiente etapa?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98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3BF60-968D-6148-83DC-D8E79544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85882-423D-3110-51ED-E2F388343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298"/>
            <a:ext cx="10515600" cy="589709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Etapa 2: Demanda real y logística</a:t>
            </a:r>
            <a:endParaRPr lang="en-US" sz="2700" i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0DFE14-9C33-A4A5-89C7-1C8F2782E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5733"/>
            <a:ext cx="10515600" cy="39135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tx2"/>
                </a:solidFill>
              </a:rPr>
              <a:t>Objetivo:</a:t>
            </a:r>
            <a:r>
              <a:rPr lang="es-ES" dirty="0"/>
              <a:t> Aterrizar la viabilidad teórica a volúmenes, horizontes y planes logísticos de productores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A063FD-CF24-3440-D643-59C0FDCC8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651514"/>
            <a:ext cx="10515600" cy="123544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2"/>
                </a:solidFill>
              </a:rPr>
              <a:t>Impacto </a:t>
            </a:r>
            <a:r>
              <a:rPr lang="en-US" b="1" dirty="0" err="1">
                <a:solidFill>
                  <a:schemeClr val="tx2"/>
                </a:solidFill>
              </a:rPr>
              <a:t>en</a:t>
            </a:r>
            <a:r>
              <a:rPr lang="en-US" b="1" dirty="0">
                <a:solidFill>
                  <a:schemeClr val="tx2"/>
                </a:solidFill>
              </a:rPr>
              <a:t> Proyecto</a:t>
            </a:r>
          </a:p>
          <a:p>
            <a:pPr lvl="1"/>
            <a:r>
              <a:rPr lang="en-US" dirty="0"/>
              <a:t>Escala del </a:t>
            </a:r>
            <a:r>
              <a:rPr lang="en-US" dirty="0" err="1"/>
              <a:t>puerto</a:t>
            </a:r>
            <a:endParaRPr lang="en-US" dirty="0"/>
          </a:p>
          <a:p>
            <a:pPr lvl="1"/>
            <a:r>
              <a:rPr lang="en-US" dirty="0" err="1"/>
              <a:t>Fases</a:t>
            </a:r>
            <a:r>
              <a:rPr lang="en-US" dirty="0"/>
              <a:t> de </a:t>
            </a:r>
            <a:r>
              <a:rPr lang="en-US" dirty="0" err="1"/>
              <a:t>inversión</a:t>
            </a:r>
            <a:endParaRPr lang="en-US" dirty="0"/>
          </a:p>
          <a:p>
            <a:pPr lvl="1"/>
            <a:r>
              <a:rPr lang="en-US" dirty="0" err="1"/>
              <a:t>Perfil</a:t>
            </a:r>
            <a:r>
              <a:rPr lang="en-US" dirty="0"/>
              <a:t> de </a:t>
            </a:r>
            <a:r>
              <a:rPr lang="en-US" dirty="0" err="1"/>
              <a:t>riesgo</a:t>
            </a:r>
            <a:endParaRPr lang="en-US" dirty="0"/>
          </a:p>
        </p:txBody>
      </p:sp>
      <p:pic>
        <p:nvPicPr>
          <p:cNvPr id="9" name="Graphic 8" descr="Raw Materials with solid fill">
            <a:extLst>
              <a:ext uri="{FF2B5EF4-FFF2-40B4-BE49-F238E27FC236}">
                <a16:creationId xmlns:a16="http://schemas.microsoft.com/office/drawing/2014/main" id="{0F09933F-EB13-3D9F-3028-2BF98A8E7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494182" y="2753681"/>
            <a:ext cx="914400" cy="914400"/>
          </a:xfrm>
          <a:prstGeom prst="rect">
            <a:avLst/>
          </a:prstGeom>
        </p:spPr>
      </p:pic>
      <p:pic>
        <p:nvPicPr>
          <p:cNvPr id="11" name="Graphic 10" descr="Handshake with solid fill">
            <a:extLst>
              <a:ext uri="{FF2B5EF4-FFF2-40B4-BE49-F238E27FC236}">
                <a16:creationId xmlns:a16="http://schemas.microsoft.com/office/drawing/2014/main" id="{72DFBD46-D4F1-D76C-7B0D-9B79E73638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/>
        </p:blipFill>
        <p:spPr>
          <a:xfrm>
            <a:off x="7020340" y="2753681"/>
            <a:ext cx="914400" cy="914400"/>
          </a:xfrm>
          <a:prstGeom prst="rect">
            <a:avLst/>
          </a:prstGeom>
        </p:spPr>
      </p:pic>
      <p:pic>
        <p:nvPicPr>
          <p:cNvPr id="13" name="Graphic 12" descr="Monthly calendar with solid fill">
            <a:extLst>
              <a:ext uri="{FF2B5EF4-FFF2-40B4-BE49-F238E27FC236}">
                <a16:creationId xmlns:a16="http://schemas.microsoft.com/office/drawing/2014/main" id="{2C64F03E-EBA0-165F-B1FB-F368228913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/>
        </p:blipFill>
        <p:spPr>
          <a:xfrm>
            <a:off x="4257261" y="2753681"/>
            <a:ext cx="914400" cy="914400"/>
          </a:xfrm>
          <a:prstGeom prst="rect">
            <a:avLst/>
          </a:prstGeom>
        </p:spPr>
      </p:pic>
      <p:pic>
        <p:nvPicPr>
          <p:cNvPr id="15" name="Graphic 14" descr="Fork In Road with solid fill">
            <a:extLst>
              <a:ext uri="{FF2B5EF4-FFF2-40B4-BE49-F238E27FC236}">
                <a16:creationId xmlns:a16="http://schemas.microsoft.com/office/drawing/2014/main" id="{FA3A63CE-46B2-3D97-E917-7BA09AF611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rcRect/>
          <a:stretch/>
        </p:blipFill>
        <p:spPr>
          <a:xfrm>
            <a:off x="9783418" y="2753681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83FD5C-143D-7BC7-8D95-873687921CD9}"/>
              </a:ext>
            </a:extLst>
          </p:cNvPr>
          <p:cNvSpPr txBox="1"/>
          <p:nvPr/>
        </p:nvSpPr>
        <p:spPr>
          <a:xfrm>
            <a:off x="3806784" y="971034"/>
            <a:ext cx="4578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dirty="0">
                <a:solidFill>
                  <a:schemeClr val="tx2"/>
                </a:solidFill>
              </a:rPr>
              <a:t>¿Qué volúmenes efectivamente llegarían al puerto?</a:t>
            </a:r>
            <a:endParaRPr lang="en-US" sz="1600" b="1" i="1" dirty="0">
              <a:solidFill>
                <a:schemeClr val="tx2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5AFC95-D096-A75F-19D8-3309D1EAA477}"/>
              </a:ext>
            </a:extLst>
          </p:cNvPr>
          <p:cNvCxnSpPr>
            <a:cxnSpLocks/>
          </p:cNvCxnSpPr>
          <p:nvPr/>
        </p:nvCxnSpPr>
        <p:spPr>
          <a:xfrm>
            <a:off x="838200" y="2281730"/>
            <a:ext cx="105156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FE68AB-1280-5D8E-21B6-4ACCBA0ACDD3}"/>
              </a:ext>
            </a:extLst>
          </p:cNvPr>
          <p:cNvCxnSpPr>
            <a:cxnSpLocks/>
          </p:cNvCxnSpPr>
          <p:nvPr/>
        </p:nvCxnSpPr>
        <p:spPr>
          <a:xfrm>
            <a:off x="838200" y="4567733"/>
            <a:ext cx="105156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F60A1C-3EEC-FC32-8865-287121CB47D6}"/>
              </a:ext>
            </a:extLst>
          </p:cNvPr>
          <p:cNvCxnSpPr>
            <a:cxnSpLocks/>
          </p:cNvCxnSpPr>
          <p:nvPr/>
        </p:nvCxnSpPr>
        <p:spPr>
          <a:xfrm>
            <a:off x="838200" y="1307509"/>
            <a:ext cx="105156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AE3DB6-038E-280A-9CBC-3A3AF6A9CC1A}"/>
              </a:ext>
            </a:extLst>
          </p:cNvPr>
          <p:cNvSpPr txBox="1"/>
          <p:nvPr/>
        </p:nvSpPr>
        <p:spPr>
          <a:xfrm>
            <a:off x="3648920" y="2331347"/>
            <a:ext cx="4894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tx2"/>
                </a:solidFill>
              </a:rPr>
              <a:t>Variables bajo control de Clientes del Puerto</a:t>
            </a:r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DCEE24-D351-9BE8-866C-54D6E20BED59}"/>
              </a:ext>
            </a:extLst>
          </p:cNvPr>
          <p:cNvSpPr txBox="1"/>
          <p:nvPr/>
        </p:nvSpPr>
        <p:spPr>
          <a:xfrm>
            <a:off x="873981" y="3668081"/>
            <a:ext cx="2148840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sz="1600" b="1" dirty="0" err="1">
                <a:solidFill>
                  <a:schemeClr val="accent1"/>
                </a:solidFill>
              </a:rPr>
              <a:t>Producción</a:t>
            </a:r>
            <a:r>
              <a:rPr lang="en-US" sz="1600" b="1" dirty="0">
                <a:solidFill>
                  <a:schemeClr val="accent1"/>
                </a:solidFill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</a:rPr>
              <a:t>Objetivo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171FB1-DAF2-164D-FDDC-6D0B27D1A4A0}"/>
              </a:ext>
            </a:extLst>
          </p:cNvPr>
          <p:cNvSpPr txBox="1"/>
          <p:nvPr/>
        </p:nvSpPr>
        <p:spPr>
          <a:xfrm>
            <a:off x="3635260" y="3690305"/>
            <a:ext cx="2148840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</a:rPr>
              <a:t>Horizonte de Desarrollo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72CF57-D6C4-7F98-3AE1-4E3C593EDE70}"/>
              </a:ext>
            </a:extLst>
          </p:cNvPr>
          <p:cNvSpPr txBox="1"/>
          <p:nvPr/>
        </p:nvSpPr>
        <p:spPr>
          <a:xfrm>
            <a:off x="6298244" y="3668081"/>
            <a:ext cx="2148840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sz="1600" b="1" dirty="0" err="1">
                <a:solidFill>
                  <a:schemeClr val="accent1"/>
                </a:solidFill>
              </a:rPr>
              <a:t>Compromiso</a:t>
            </a:r>
            <a:r>
              <a:rPr lang="en-US" sz="1600" b="1" dirty="0">
                <a:solidFill>
                  <a:schemeClr val="accent1"/>
                </a:solidFill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</a:rPr>
              <a:t>Comercial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7D2A6C-795B-2FE5-9863-6DBA7B15D1C7}"/>
              </a:ext>
            </a:extLst>
          </p:cNvPr>
          <p:cNvSpPr txBox="1"/>
          <p:nvPr/>
        </p:nvSpPr>
        <p:spPr>
          <a:xfrm>
            <a:off x="9169180" y="3668081"/>
            <a:ext cx="2148840" cy="3657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sz="1600" b="1" dirty="0" err="1">
                <a:solidFill>
                  <a:schemeClr val="accent1"/>
                </a:solidFill>
              </a:rPr>
              <a:t>Estrategia</a:t>
            </a:r>
            <a:r>
              <a:rPr lang="en-US" sz="1600" b="1" dirty="0">
                <a:solidFill>
                  <a:schemeClr val="accent1"/>
                </a:solidFill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</a:rPr>
              <a:t>Logística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A00806-291B-6272-373B-2780E59E3B14}"/>
              </a:ext>
            </a:extLst>
          </p:cNvPr>
          <p:cNvSpPr txBox="1"/>
          <p:nvPr/>
        </p:nvSpPr>
        <p:spPr>
          <a:xfrm>
            <a:off x="3108732" y="5976307"/>
            <a:ext cx="5974537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2"/>
                </a:solidFill>
              </a:rPr>
              <a:t>Resultado esperado:</a:t>
            </a:r>
            <a:r>
              <a:rPr lang="es-ES" b="1" dirty="0">
                <a:solidFill>
                  <a:schemeClr val="accent1"/>
                </a:solidFill>
              </a:rPr>
              <a:t> </a:t>
            </a:r>
            <a:r>
              <a:rPr lang="es-ES" dirty="0">
                <a:solidFill>
                  <a:schemeClr val="accent1"/>
                </a:solidFill>
              </a:rPr>
              <a:t>Demanda “invertible”, m</a:t>
            </a:r>
            <a:r>
              <a:rPr lang="es-PE" dirty="0" err="1">
                <a:solidFill>
                  <a:schemeClr val="accent1"/>
                </a:solidFill>
              </a:rPr>
              <a:t>ás</a:t>
            </a:r>
            <a:r>
              <a:rPr lang="es-PE" dirty="0">
                <a:solidFill>
                  <a:schemeClr val="accent1"/>
                </a:solidFill>
              </a:rPr>
              <a:t> allá de Teoría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621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AD111-14BD-919E-E707-6C14CFB2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86A4-9CBF-36D8-B2C8-D86A452ED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298"/>
            <a:ext cx="10515600" cy="589709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Etapa 3: Restricciones físicas y de entorno</a:t>
            </a:r>
            <a:endParaRPr lang="en-US" sz="2700" i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DBBFB-0034-0DBA-4934-97BBB2B04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5733"/>
            <a:ext cx="10515600" cy="63128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b="1" dirty="0">
                <a:solidFill>
                  <a:schemeClr val="tx2"/>
                </a:solidFill>
              </a:rPr>
              <a:t>Objetivo:</a:t>
            </a:r>
            <a:r>
              <a:rPr lang="es-ES" sz="1800" dirty="0"/>
              <a:t> Evaluar aquellas restricciones físicas y de entorno que, </a:t>
            </a:r>
            <a:r>
              <a:rPr lang="es-ES" sz="1800" b="1" dirty="0"/>
              <a:t>dada la demanda validada</a:t>
            </a:r>
            <a:r>
              <a:rPr lang="es-ES" sz="1800" dirty="0"/>
              <a:t>, pueden afectar la escala, el CAPEX o el perfil económico del proyecto.</a:t>
            </a:r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66E509-5C7E-6C49-9B52-5C2D92AB9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4572000"/>
            <a:ext cx="5053553" cy="1498862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Principio de </a:t>
            </a:r>
            <a:r>
              <a:rPr lang="en-US" sz="1800" b="1" dirty="0" err="1">
                <a:solidFill>
                  <a:schemeClr val="tx2"/>
                </a:solidFill>
              </a:rPr>
              <a:t>evaluación</a:t>
            </a:r>
            <a:endParaRPr lang="en-US" sz="1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ES" sz="1800" dirty="0"/>
              <a:t>Profundizar </a:t>
            </a:r>
            <a:r>
              <a:rPr lang="es-ES" sz="1800" dirty="0" err="1"/>
              <a:t>an</a:t>
            </a:r>
            <a:r>
              <a:rPr lang="es-PE" sz="1800" dirty="0" err="1"/>
              <a:t>álisis</a:t>
            </a:r>
            <a:r>
              <a:rPr lang="es-PE" sz="1800" dirty="0"/>
              <a:t> </a:t>
            </a:r>
            <a:r>
              <a:rPr lang="es-ES" sz="1800" dirty="0"/>
              <a:t>de restricciones si la demanda validada en Etapas 1 y 2 justifica la inversión</a:t>
            </a:r>
            <a:endParaRPr 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E3C777-BD9A-BB78-8200-AD8BBA3B4D4C}"/>
              </a:ext>
            </a:extLst>
          </p:cNvPr>
          <p:cNvSpPr txBox="1"/>
          <p:nvPr/>
        </p:nvSpPr>
        <p:spPr>
          <a:xfrm>
            <a:off x="2266298" y="971034"/>
            <a:ext cx="7659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dirty="0">
                <a:solidFill>
                  <a:schemeClr val="tx2"/>
                </a:solidFill>
              </a:rPr>
              <a:t>¿Qué restricciones cambian materialmente la viabilidad económica del Proyecto MARK?</a:t>
            </a:r>
            <a:endParaRPr lang="en-US" sz="1600" b="1" i="1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C904E7-8B0B-0E47-6322-D4FA4B89F64D}"/>
              </a:ext>
            </a:extLst>
          </p:cNvPr>
          <p:cNvCxnSpPr>
            <a:cxnSpLocks/>
          </p:cNvCxnSpPr>
          <p:nvPr/>
        </p:nvCxnSpPr>
        <p:spPr>
          <a:xfrm>
            <a:off x="838200" y="1307509"/>
            <a:ext cx="105156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5C413DB-8AB8-5E3B-E39A-1F92379F66B3}"/>
              </a:ext>
            </a:extLst>
          </p:cNvPr>
          <p:cNvSpPr txBox="1">
            <a:spLocks/>
          </p:cNvSpPr>
          <p:nvPr/>
        </p:nvSpPr>
        <p:spPr>
          <a:xfrm>
            <a:off x="6300249" y="4227922"/>
            <a:ext cx="5053553" cy="18429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tx2"/>
                </a:solidFill>
              </a:rPr>
              <a:t>Output / </a:t>
            </a:r>
            <a:r>
              <a:rPr lang="en-US" sz="1800" b="1" dirty="0" err="1">
                <a:solidFill>
                  <a:schemeClr val="tx2"/>
                </a:solidFill>
              </a:rPr>
              <a:t>decisión</a:t>
            </a:r>
            <a:endParaRPr lang="en-US" sz="1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dirty="0" err="1"/>
              <a:t>Determinar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las </a:t>
            </a:r>
            <a:r>
              <a:rPr lang="en-US" sz="1800" dirty="0" err="1"/>
              <a:t>restricciones</a:t>
            </a:r>
            <a:r>
              <a:rPr lang="en-US" sz="1800" dirty="0"/>
              <a:t>:</a:t>
            </a:r>
          </a:p>
          <a:p>
            <a:r>
              <a:rPr lang="es-ES" sz="1800" dirty="0"/>
              <a:t>Ajustan la escala del proyecto</a:t>
            </a:r>
            <a:endParaRPr lang="en-US" sz="1800" dirty="0"/>
          </a:p>
          <a:p>
            <a:r>
              <a:rPr lang="en-US" sz="1800" dirty="0" err="1"/>
              <a:t>Requieren</a:t>
            </a:r>
            <a:r>
              <a:rPr lang="en-US" sz="1800" dirty="0"/>
              <a:t> re-</a:t>
            </a:r>
            <a:r>
              <a:rPr lang="en-US" sz="1800" dirty="0" err="1"/>
              <a:t>fasear</a:t>
            </a:r>
            <a:r>
              <a:rPr lang="en-US" sz="1800" dirty="0"/>
              <a:t> la </a:t>
            </a:r>
            <a:r>
              <a:rPr lang="en-US" sz="1800" dirty="0" err="1"/>
              <a:t>inversión</a:t>
            </a:r>
            <a:endParaRPr lang="en-US" sz="1800" dirty="0"/>
          </a:p>
          <a:p>
            <a:r>
              <a:rPr lang="es-ES" sz="1800" dirty="0"/>
              <a:t>Invalidan la tesis económica del Proyecto</a:t>
            </a:r>
            <a:endParaRPr lang="en-US" sz="1800" dirty="0"/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8C1818C-C437-AFDB-B376-6DB2A23EF2E8}"/>
              </a:ext>
            </a:extLst>
          </p:cNvPr>
          <p:cNvSpPr txBox="1">
            <a:spLocks/>
          </p:cNvSpPr>
          <p:nvPr/>
        </p:nvSpPr>
        <p:spPr>
          <a:xfrm>
            <a:off x="6300249" y="2285999"/>
            <a:ext cx="5053553" cy="177695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tx2"/>
                </a:solidFill>
              </a:rPr>
              <a:t>Impacto </a:t>
            </a:r>
            <a:r>
              <a:rPr lang="en-US" sz="1800" b="1" dirty="0" err="1">
                <a:solidFill>
                  <a:schemeClr val="tx2"/>
                </a:solidFill>
              </a:rPr>
              <a:t>económico</a:t>
            </a:r>
            <a:r>
              <a:rPr lang="en-US" sz="1800" b="1" dirty="0">
                <a:solidFill>
                  <a:schemeClr val="tx2"/>
                </a:solidFill>
              </a:rPr>
              <a:t> </a:t>
            </a:r>
            <a:r>
              <a:rPr lang="en-US" sz="1800" b="1" dirty="0" err="1">
                <a:solidFill>
                  <a:schemeClr val="tx2"/>
                </a:solidFill>
              </a:rPr>
              <a:t>potencial</a:t>
            </a:r>
            <a:endParaRPr lang="en-US" sz="1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ES" sz="1800" dirty="0"/>
              <a:t>Evaluar restricciones en función de su impacto sobre:</a:t>
            </a:r>
            <a:endParaRPr lang="en-US" sz="1800" dirty="0"/>
          </a:p>
          <a:p>
            <a:r>
              <a:rPr lang="en-US" sz="1800" dirty="0"/>
              <a:t>CAPEX incremental</a:t>
            </a:r>
          </a:p>
          <a:p>
            <a:r>
              <a:rPr lang="en-US" sz="1800" dirty="0" err="1"/>
              <a:t>Fases</a:t>
            </a:r>
            <a:r>
              <a:rPr lang="en-US" sz="1800" dirty="0"/>
              <a:t> de </a:t>
            </a:r>
            <a:r>
              <a:rPr lang="en-US" sz="1800" dirty="0" err="1"/>
              <a:t>inversión</a:t>
            </a:r>
            <a:endParaRPr lang="en-US" sz="1800" dirty="0"/>
          </a:p>
          <a:p>
            <a:r>
              <a:rPr lang="en-US" sz="1800" dirty="0" err="1"/>
              <a:t>Cronograma</a:t>
            </a:r>
            <a:r>
              <a:rPr lang="en-US" sz="1800" dirty="0"/>
              <a:t> </a:t>
            </a:r>
            <a:r>
              <a:rPr lang="en-US" sz="1800" dirty="0" err="1"/>
              <a:t>económico</a:t>
            </a:r>
            <a:r>
              <a:rPr lang="en-US" sz="1800" dirty="0"/>
              <a:t> del </a:t>
            </a:r>
            <a:r>
              <a:rPr lang="en-US" sz="1800" dirty="0" err="1"/>
              <a:t>proyecto</a:t>
            </a:r>
            <a:endParaRPr lang="en-US" sz="1800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BF06FEA-35A7-E419-9EAD-84ACB173EEB6}"/>
              </a:ext>
            </a:extLst>
          </p:cNvPr>
          <p:cNvSpPr txBox="1">
            <a:spLocks/>
          </p:cNvSpPr>
          <p:nvPr/>
        </p:nvSpPr>
        <p:spPr>
          <a:xfrm>
            <a:off x="838198" y="2286000"/>
            <a:ext cx="5053553" cy="210688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>
                <a:solidFill>
                  <a:schemeClr val="tx2"/>
                </a:solidFill>
              </a:rPr>
              <a:t>Restricciones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relevantes</a:t>
            </a:r>
            <a:r>
              <a:rPr lang="en-US" b="1" dirty="0">
                <a:solidFill>
                  <a:schemeClr val="tx2"/>
                </a:solidFill>
              </a:rPr>
              <a:t> a </a:t>
            </a:r>
            <a:r>
              <a:rPr lang="en-US" b="1" dirty="0" err="1">
                <a:solidFill>
                  <a:schemeClr val="tx2"/>
                </a:solidFill>
              </a:rPr>
              <a:t>considerar</a:t>
            </a:r>
            <a:endParaRPr lang="en-US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ES" i="1" dirty="0"/>
              <a:t>(con impacto económico material)</a:t>
            </a:r>
            <a:endParaRPr lang="en-US" b="1" i="1" dirty="0">
              <a:solidFill>
                <a:schemeClr val="tx2"/>
              </a:solidFill>
            </a:endParaRPr>
          </a:p>
          <a:p>
            <a:r>
              <a:rPr lang="es-ES" dirty="0"/>
              <a:t>Accesos viales y capacidad efectiva de transporte</a:t>
            </a:r>
            <a:endParaRPr lang="en-US" dirty="0"/>
          </a:p>
          <a:p>
            <a:r>
              <a:rPr lang="es-ES" dirty="0"/>
              <a:t>Condición de terrenos y servidumbres</a:t>
            </a:r>
            <a:endParaRPr lang="en-US" dirty="0"/>
          </a:p>
          <a:p>
            <a:r>
              <a:rPr lang="en-US" dirty="0" err="1"/>
              <a:t>Proximidad</a:t>
            </a:r>
            <a:r>
              <a:rPr lang="en-US" dirty="0"/>
              <a:t> a </a:t>
            </a:r>
            <a:r>
              <a:rPr lang="en-US" dirty="0" err="1"/>
              <a:t>áreas</a:t>
            </a:r>
            <a:r>
              <a:rPr lang="en-US" dirty="0"/>
              <a:t> </a:t>
            </a:r>
            <a:r>
              <a:rPr lang="en-US" dirty="0" err="1"/>
              <a:t>ambientalmente</a:t>
            </a:r>
            <a:r>
              <a:rPr lang="en-US" dirty="0"/>
              <a:t> </a:t>
            </a:r>
            <a:r>
              <a:rPr lang="en-US" dirty="0" err="1"/>
              <a:t>sensibles</a:t>
            </a:r>
            <a:endParaRPr lang="en-US" dirty="0"/>
          </a:p>
          <a:p>
            <a:r>
              <a:rPr lang="es-ES" dirty="0"/>
              <a:t>Riesgos regulatorios asociados a plazos y alcance del proyecto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864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62E3BC-A80D-DB1A-2600-28285858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Organización de Avance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02AFFA-BE9E-FEA1-AEE2-7F1F4933B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79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5AE9-E42D-FF60-841D-F5E64E09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Opciones estratégicas que el estudio permitirá evaluar</a:t>
            </a:r>
            <a:endParaRPr lang="en-US" sz="270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4C76B-A812-D167-53B0-C537C3986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93121"/>
            <a:ext cx="2286000" cy="823912"/>
          </a:xfrm>
        </p:spPr>
        <p:txBody>
          <a:bodyPr anchor="t">
            <a:normAutofit fontScale="70000" lnSpcReduction="20000"/>
          </a:bodyPr>
          <a:lstStyle/>
          <a:p>
            <a:pPr algn="ctr"/>
            <a:r>
              <a:rPr lang="es-ES" dirty="0"/>
              <a:t>Escenario 1</a:t>
            </a:r>
          </a:p>
          <a:p>
            <a:pPr algn="ctr"/>
            <a:r>
              <a:rPr lang="es-ES" dirty="0"/>
              <a:t>Continuidad de la tesis base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391A56-3DCC-AB7C-4B7C-3D5B3FA8C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11114"/>
            <a:ext cx="2286000" cy="3684588"/>
          </a:xfrm>
        </p:spPr>
        <p:txBody>
          <a:bodyPr>
            <a:normAutofit/>
          </a:bodyPr>
          <a:lstStyle/>
          <a:p>
            <a:r>
              <a:rPr lang="es-ES" sz="1600" dirty="0"/>
              <a:t>El Proyecto MARK muestra viabilidad económica</a:t>
            </a:r>
          </a:p>
          <a:p>
            <a:r>
              <a:rPr lang="es-ES" sz="1600" dirty="0"/>
              <a:t>La demanda validada justifica la inversión</a:t>
            </a:r>
          </a:p>
          <a:p>
            <a:r>
              <a:rPr lang="es-ES" sz="1600" dirty="0"/>
              <a:t>Las restricciones son manejables dentro del perfil del proyecto</a:t>
            </a:r>
            <a:endParaRPr lang="en-US" sz="1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3854FE-970B-233F-A855-2AE7C98F2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81929" y="1393121"/>
            <a:ext cx="2286000" cy="823912"/>
          </a:xfrm>
        </p:spPr>
        <p:txBody>
          <a:bodyPr anchor="t">
            <a:normAutofit fontScale="70000" lnSpcReduction="20000"/>
          </a:bodyPr>
          <a:lstStyle/>
          <a:p>
            <a:pPr algn="ctr"/>
            <a:r>
              <a:rPr lang="en-US" dirty="0" err="1"/>
              <a:t>Escenario</a:t>
            </a:r>
            <a:r>
              <a:rPr lang="en-US" dirty="0"/>
              <a:t> 2</a:t>
            </a:r>
          </a:p>
          <a:p>
            <a:pPr algn="ctr"/>
            <a:r>
              <a:rPr lang="en-US" dirty="0" err="1"/>
              <a:t>Ajustes</a:t>
            </a:r>
            <a:r>
              <a:rPr lang="en-US" dirty="0"/>
              <a:t> de </a:t>
            </a:r>
            <a:r>
              <a:rPr lang="en-US" dirty="0" err="1"/>
              <a:t>alcance</a:t>
            </a:r>
            <a:r>
              <a:rPr lang="en-US" dirty="0"/>
              <a:t> o </a:t>
            </a:r>
            <a:r>
              <a:rPr lang="en-US" dirty="0" err="1"/>
              <a:t>escala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3E8C8C-4560-0B35-7F3C-AAC46F631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81929" y="2311114"/>
            <a:ext cx="2286000" cy="3684588"/>
          </a:xfrm>
        </p:spPr>
        <p:txBody>
          <a:bodyPr>
            <a:normAutofit/>
          </a:bodyPr>
          <a:lstStyle/>
          <a:p>
            <a:r>
              <a:rPr lang="es-ES" sz="1600" dirty="0"/>
              <a:t>La tesis es viable, pero requiere ajustes en:</a:t>
            </a:r>
          </a:p>
          <a:p>
            <a:pPr lvl="1"/>
            <a:r>
              <a:rPr lang="en-US" sz="1600" dirty="0"/>
              <a:t>Escala del Puerto</a:t>
            </a:r>
          </a:p>
          <a:p>
            <a:pPr lvl="1"/>
            <a:r>
              <a:rPr lang="en-US" sz="1600" dirty="0" err="1"/>
              <a:t>Fases</a:t>
            </a:r>
            <a:r>
              <a:rPr lang="en-US" sz="1600" dirty="0"/>
              <a:t> de inversion</a:t>
            </a:r>
          </a:p>
          <a:p>
            <a:pPr lvl="1"/>
            <a:r>
              <a:rPr lang="en-US" sz="1600" dirty="0" err="1"/>
              <a:t>Configuración</a:t>
            </a:r>
            <a:r>
              <a:rPr lang="en-US" sz="1600" dirty="0"/>
              <a:t> </a:t>
            </a:r>
            <a:r>
              <a:rPr lang="en-US" sz="1600" dirty="0" err="1"/>
              <a:t>operativa</a:t>
            </a:r>
            <a:endParaRPr lang="en-US" sz="16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53DE6A3-97B0-CA71-759E-A47B7973342C}"/>
              </a:ext>
            </a:extLst>
          </p:cNvPr>
          <p:cNvSpPr txBox="1">
            <a:spLocks/>
          </p:cNvSpPr>
          <p:nvPr/>
        </p:nvSpPr>
        <p:spPr>
          <a:xfrm>
            <a:off x="6324070" y="1393121"/>
            <a:ext cx="2286000" cy="8239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Escenario</a:t>
            </a:r>
            <a:r>
              <a:rPr lang="en-US" dirty="0"/>
              <a:t> 3</a:t>
            </a:r>
          </a:p>
          <a:p>
            <a:pPr algn="ctr"/>
            <a:r>
              <a:rPr lang="en-US" dirty="0" err="1"/>
              <a:t>Reconfiguración</a:t>
            </a:r>
            <a:r>
              <a:rPr lang="en-US" dirty="0"/>
              <a:t> </a:t>
            </a:r>
            <a:r>
              <a:rPr lang="en-US" dirty="0" err="1"/>
              <a:t>estratégica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E7397086-315B-1E08-964E-926B389F0436}"/>
              </a:ext>
            </a:extLst>
          </p:cNvPr>
          <p:cNvSpPr txBox="1">
            <a:spLocks/>
          </p:cNvSpPr>
          <p:nvPr/>
        </p:nvSpPr>
        <p:spPr>
          <a:xfrm>
            <a:off x="6324070" y="2311114"/>
            <a:ext cx="2286000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La tesis base de hierro presenta limitaciones estructurales</a:t>
            </a:r>
          </a:p>
          <a:p>
            <a:r>
              <a:rPr lang="es-ES" sz="1600" dirty="0"/>
              <a:t>Existen alternativas con mejor perfil riesgo–retorno (p. ej. combustibles)</a:t>
            </a:r>
            <a:endParaRPr lang="en-US" sz="1600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7D1907F-055F-CC2A-7C89-6C8C5DD51427}"/>
              </a:ext>
            </a:extLst>
          </p:cNvPr>
          <p:cNvSpPr txBox="1">
            <a:spLocks/>
          </p:cNvSpPr>
          <p:nvPr/>
        </p:nvSpPr>
        <p:spPr>
          <a:xfrm>
            <a:off x="9066212" y="1393121"/>
            <a:ext cx="2286000" cy="8239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dirty="0" err="1"/>
              <a:t>Escenario</a:t>
            </a:r>
            <a:r>
              <a:rPr lang="en-US" sz="1700" dirty="0"/>
              <a:t> 4</a:t>
            </a:r>
          </a:p>
          <a:p>
            <a:pPr algn="ctr"/>
            <a:r>
              <a:rPr lang="en-US" sz="1700" dirty="0"/>
              <a:t>No </a:t>
            </a:r>
            <a:r>
              <a:rPr lang="en-US" sz="1700" dirty="0" err="1"/>
              <a:t>continuidad</a:t>
            </a:r>
            <a:endParaRPr lang="en-US" sz="1700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51351D01-EE8B-860E-D0D9-A76F628FD725}"/>
              </a:ext>
            </a:extLst>
          </p:cNvPr>
          <p:cNvSpPr txBox="1">
            <a:spLocks/>
          </p:cNvSpPr>
          <p:nvPr/>
        </p:nvSpPr>
        <p:spPr>
          <a:xfrm>
            <a:off x="9066212" y="2286000"/>
            <a:ext cx="2286000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La tesis económica no se sostiene bajo supuestos realistas</a:t>
            </a:r>
          </a:p>
          <a:p>
            <a:r>
              <a:rPr lang="es-ES" sz="1600" dirty="0"/>
              <a:t>La inversión no es defendible en esta etapa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252623-8862-69A9-6D5B-2E356582F515}"/>
              </a:ext>
            </a:extLst>
          </p:cNvPr>
          <p:cNvSpPr txBox="1"/>
          <p:nvPr/>
        </p:nvSpPr>
        <p:spPr>
          <a:xfrm>
            <a:off x="2199067" y="5970588"/>
            <a:ext cx="7793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chemeClr val="tx2"/>
                </a:solidFill>
              </a:rPr>
              <a:t>El valor está en reducir incertidumbre y facilitar decisiones futuras</a:t>
            </a:r>
            <a:endParaRPr lang="en-US" b="1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548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47B4F-F5A9-3896-9671-219C5B0F1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58A7-FB60-9510-105D-C2A48E778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Rol potencial del negocio de combustibles</a:t>
            </a:r>
            <a:endParaRPr lang="en-US" sz="270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8D882-6C88-19B4-7A41-BDE0FBA0A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067" y="2222685"/>
            <a:ext cx="2286000" cy="823912"/>
          </a:xfrm>
        </p:spPr>
        <p:txBody>
          <a:bodyPr anchor="t">
            <a:normAutofit fontScale="70000" lnSpcReduction="20000"/>
          </a:bodyPr>
          <a:lstStyle/>
          <a:p>
            <a:pPr algn="ctr"/>
            <a:r>
              <a:rPr lang="es-ES" dirty="0" err="1"/>
              <a:t>Opci</a:t>
            </a:r>
            <a:r>
              <a:rPr lang="es-PE" dirty="0" err="1"/>
              <a:t>ón</a:t>
            </a:r>
            <a:r>
              <a:rPr lang="es-PE" dirty="0"/>
              <a:t> A</a:t>
            </a:r>
            <a:endParaRPr lang="es-ES" dirty="0"/>
          </a:p>
          <a:p>
            <a:pPr algn="ctr"/>
            <a:r>
              <a:rPr lang="es-ES" dirty="0"/>
              <a:t>Complemento del negocio de hierro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B5812-29F9-34C9-8203-B4C653622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067" y="3140679"/>
            <a:ext cx="2286000" cy="2317442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Uso de </a:t>
            </a:r>
            <a:r>
              <a:rPr lang="en-US" sz="1600" dirty="0" err="1"/>
              <a:t>infraestructura</a:t>
            </a:r>
            <a:r>
              <a:rPr lang="en-US" sz="1600" dirty="0"/>
              <a:t> </a:t>
            </a:r>
            <a:r>
              <a:rPr lang="en-US" sz="1600" dirty="0" err="1"/>
              <a:t>compartida</a:t>
            </a:r>
            <a:endParaRPr lang="es-ES" sz="1600" dirty="0"/>
          </a:p>
          <a:p>
            <a:r>
              <a:rPr lang="en-US" sz="1600" dirty="0" err="1"/>
              <a:t>Diversificación</a:t>
            </a:r>
            <a:r>
              <a:rPr lang="en-US" sz="1600" dirty="0"/>
              <a:t> de </a:t>
            </a:r>
            <a:r>
              <a:rPr lang="en-US" sz="1600" dirty="0" err="1"/>
              <a:t>ingresos</a:t>
            </a:r>
            <a:endParaRPr lang="es-ES" sz="1600" dirty="0"/>
          </a:p>
          <a:p>
            <a:r>
              <a:rPr lang="es-ES" sz="1600" dirty="0"/>
              <a:t>Mejora del perfil de utilización del activo</a:t>
            </a:r>
          </a:p>
          <a:p>
            <a:pPr marL="0" indent="0" algn="ctr">
              <a:buNone/>
            </a:pPr>
            <a:r>
              <a:rPr lang="es-ES" sz="1600" b="1" dirty="0">
                <a:solidFill>
                  <a:schemeClr val="tx2"/>
                </a:solidFill>
              </a:rPr>
              <a:t>Evaluar:</a:t>
            </a:r>
            <a:r>
              <a:rPr lang="es-ES" sz="1600" dirty="0"/>
              <a:t> Impacto incremental en rentabilidad y riesgo</a:t>
            </a:r>
            <a:endParaRPr lang="en-US" sz="1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273776-C7B8-37E5-10BB-32DBD5CFC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53000" y="2222685"/>
            <a:ext cx="2286000" cy="823912"/>
          </a:xfrm>
        </p:spPr>
        <p:txBody>
          <a:bodyPr anchor="t">
            <a:normAutofit fontScale="70000" lnSpcReduction="20000"/>
          </a:bodyPr>
          <a:lstStyle/>
          <a:p>
            <a:pPr algn="ctr"/>
            <a:r>
              <a:rPr lang="en-US" dirty="0" err="1"/>
              <a:t>Opción</a:t>
            </a:r>
            <a:r>
              <a:rPr lang="en-US" dirty="0"/>
              <a:t> B</a:t>
            </a:r>
          </a:p>
          <a:p>
            <a:pPr algn="ctr"/>
            <a:r>
              <a:rPr lang="en-US" dirty="0" err="1"/>
              <a:t>Mecanismo</a:t>
            </a:r>
            <a:r>
              <a:rPr lang="en-US" dirty="0"/>
              <a:t> de balance </a:t>
            </a:r>
            <a:r>
              <a:rPr lang="en-US" dirty="0" err="1"/>
              <a:t>económico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D3D2BB-08B4-CB20-BEB5-BBAA8EF55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53000" y="3140679"/>
            <a:ext cx="2286000" cy="2317442"/>
          </a:xfrm>
        </p:spPr>
        <p:txBody>
          <a:bodyPr>
            <a:normAutofit/>
          </a:bodyPr>
          <a:lstStyle/>
          <a:p>
            <a:r>
              <a:rPr lang="es-ES" sz="1600" dirty="0"/>
              <a:t>Flujo más estable frente a la ciclicidad del hierro</a:t>
            </a:r>
          </a:p>
          <a:p>
            <a:r>
              <a:rPr lang="es-ES" sz="1600" dirty="0"/>
              <a:t>Contribución a cubrir costos fijos del Proyect</a:t>
            </a:r>
            <a:r>
              <a:rPr lang="en-US" sz="1600" dirty="0"/>
              <a:t>o</a:t>
            </a:r>
          </a:p>
          <a:p>
            <a:pPr marL="0" indent="0" algn="ctr">
              <a:buNone/>
            </a:pPr>
            <a:r>
              <a:rPr lang="en-US" sz="1600" b="1" dirty="0" err="1">
                <a:solidFill>
                  <a:schemeClr val="tx2"/>
                </a:solidFill>
              </a:rPr>
              <a:t>Evaluar</a:t>
            </a:r>
            <a:r>
              <a:rPr lang="en-US" sz="1600" b="1" dirty="0">
                <a:solidFill>
                  <a:schemeClr val="tx2"/>
                </a:solidFill>
              </a:rPr>
              <a:t>:</a:t>
            </a:r>
            <a:r>
              <a:rPr lang="en-US" sz="1600" dirty="0"/>
              <a:t> </a:t>
            </a:r>
            <a:r>
              <a:rPr lang="en-US" sz="1600" dirty="0" err="1"/>
              <a:t>Capacidad</a:t>
            </a:r>
            <a:r>
              <a:rPr lang="en-US" sz="1600" dirty="0"/>
              <a:t> real de </a:t>
            </a:r>
            <a:r>
              <a:rPr lang="en-US" sz="1600" dirty="0" err="1"/>
              <a:t>subsidio</a:t>
            </a:r>
            <a:r>
              <a:rPr lang="en-US" sz="1600" dirty="0"/>
              <a:t> cruzado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B3B3E23-2E83-5033-7DD5-4B03AB7339FA}"/>
              </a:ext>
            </a:extLst>
          </p:cNvPr>
          <p:cNvSpPr txBox="1">
            <a:spLocks/>
          </p:cNvSpPr>
          <p:nvPr/>
        </p:nvSpPr>
        <p:spPr>
          <a:xfrm>
            <a:off x="8849933" y="2222685"/>
            <a:ext cx="2286000" cy="8239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Opción</a:t>
            </a:r>
            <a:r>
              <a:rPr lang="en-US" dirty="0"/>
              <a:t> C</a:t>
            </a:r>
          </a:p>
          <a:p>
            <a:pPr algn="ctr"/>
            <a:r>
              <a:rPr lang="en-US" dirty="0"/>
              <a:t>Alternativa </a:t>
            </a:r>
            <a:r>
              <a:rPr lang="en-US" dirty="0" err="1"/>
              <a:t>estratégica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22369EE-BA48-0A46-8EAC-E431F39D7574}"/>
              </a:ext>
            </a:extLst>
          </p:cNvPr>
          <p:cNvSpPr txBox="1">
            <a:spLocks/>
          </p:cNvSpPr>
          <p:nvPr/>
        </p:nvSpPr>
        <p:spPr>
          <a:xfrm>
            <a:off x="8849933" y="3140679"/>
            <a:ext cx="2286000" cy="231744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El negocio de hierro no alcanza viabilidad suficiente</a:t>
            </a:r>
          </a:p>
          <a:p>
            <a:r>
              <a:rPr lang="es-ES" sz="1600" dirty="0"/>
              <a:t>El negocio de combustibles presenta un perfil riesgo-retorno superior</a:t>
            </a:r>
          </a:p>
          <a:p>
            <a:pPr marL="0" indent="0" algn="ctr">
              <a:buNone/>
            </a:pPr>
            <a:r>
              <a:rPr lang="es-ES" sz="1600" b="1" dirty="0">
                <a:solidFill>
                  <a:schemeClr val="tx2"/>
                </a:solidFill>
              </a:rPr>
              <a:t>Evaluar:</a:t>
            </a:r>
            <a:r>
              <a:rPr lang="es-ES" sz="1600" dirty="0"/>
              <a:t> Viabilidad </a:t>
            </a:r>
            <a:r>
              <a:rPr lang="es-ES" sz="1600" dirty="0" err="1"/>
              <a:t>standalone</a:t>
            </a:r>
            <a:r>
              <a:rPr lang="es-ES" sz="1600" dirty="0"/>
              <a:t> del terminal de combustibles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EF1C01-DA41-8645-2764-C8585A5AD967}"/>
              </a:ext>
            </a:extLst>
          </p:cNvPr>
          <p:cNvSpPr txBox="1"/>
          <p:nvPr/>
        </p:nvSpPr>
        <p:spPr>
          <a:xfrm>
            <a:off x="1056067" y="5970588"/>
            <a:ext cx="10079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i="1" dirty="0">
                <a:solidFill>
                  <a:schemeClr val="tx2"/>
                </a:solidFill>
              </a:rPr>
              <a:t>Cada negocio debe evaluarse con lógica económica propia, evitando subsidios implícitos no justificados</a:t>
            </a:r>
            <a:endParaRPr lang="en-US" i="1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D6DBE-EF75-EA29-2290-90B016F58624}"/>
              </a:ext>
            </a:extLst>
          </p:cNvPr>
          <p:cNvSpPr txBox="1"/>
          <p:nvPr/>
        </p:nvSpPr>
        <p:spPr>
          <a:xfrm>
            <a:off x="1237907" y="971034"/>
            <a:ext cx="97161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dirty="0">
                <a:solidFill>
                  <a:schemeClr val="tx2"/>
                </a:solidFill>
              </a:rPr>
              <a:t>¿Qué rol podría jugar el negocio de combustibles dentro del Proyecto MARK, y cómo evaluarlo adecuadamente?</a:t>
            </a:r>
            <a:endParaRPr lang="en-US" sz="1600" b="1" i="1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9265C4-1424-C87A-D8C1-77D8764A97B7}"/>
              </a:ext>
            </a:extLst>
          </p:cNvPr>
          <p:cNvSpPr txBox="1"/>
          <p:nvPr/>
        </p:nvSpPr>
        <p:spPr>
          <a:xfrm>
            <a:off x="1056067" y="1399879"/>
            <a:ext cx="1007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1"/>
                </a:solidFill>
              </a:rPr>
              <a:t>El negocio de combustibles se considera </a:t>
            </a:r>
            <a:r>
              <a:rPr lang="es-ES" b="1" dirty="0">
                <a:solidFill>
                  <a:schemeClr val="accent1"/>
                </a:solidFill>
              </a:rPr>
              <a:t>como una alternativa o complemento potencial</a:t>
            </a:r>
            <a:r>
              <a:rPr lang="es-ES" dirty="0">
                <a:solidFill>
                  <a:schemeClr val="accent1"/>
                </a:solidFill>
              </a:rPr>
              <a:t>, cuya conveniencia dependerá del resultado del análisis económico del proyecto base.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388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E9042-7CE4-21C6-39A6-CC77EEC2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Alcance del estudio: Qué responde y Qué no</a:t>
            </a:r>
            <a:endParaRPr lang="en-US" sz="2700" i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C62824-1887-8483-5BBA-F838C6EED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Qué responderemos en este estudio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E890EE-86D6-13A6-CB5F-B447B7DDA5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El </a:t>
            </a:r>
            <a:r>
              <a:rPr lang="en-US" dirty="0" err="1"/>
              <a:t>enfoque</a:t>
            </a:r>
            <a:r>
              <a:rPr lang="en-US" dirty="0"/>
              <a:t> </a:t>
            </a:r>
            <a:r>
              <a:rPr lang="en-US" dirty="0" err="1"/>
              <a:t>propuesto</a:t>
            </a:r>
            <a:r>
              <a:rPr lang="en-US" dirty="0"/>
              <a:t> </a:t>
            </a:r>
            <a:r>
              <a:rPr lang="en-US" dirty="0" err="1"/>
              <a:t>permitirá</a:t>
            </a:r>
            <a:r>
              <a:rPr lang="en-US" dirty="0"/>
              <a:t>:</a:t>
            </a:r>
          </a:p>
          <a:p>
            <a:pPr lvl="0"/>
            <a:r>
              <a:rPr lang="es-PE" dirty="0"/>
              <a:t>Evaluar la viabilidad económica del Proyecto MARK a nivel conceptual</a:t>
            </a:r>
            <a:endParaRPr lang="en-US" dirty="0"/>
          </a:p>
          <a:p>
            <a:pPr lvl="0"/>
            <a:r>
              <a:rPr lang="es-PE" dirty="0"/>
              <a:t>Identificar la escala económicamente defendible del proyecto</a:t>
            </a:r>
            <a:endParaRPr lang="en-US" dirty="0"/>
          </a:p>
          <a:p>
            <a:pPr lvl="0"/>
            <a:r>
              <a:rPr lang="es-PE" dirty="0"/>
              <a:t>Clarificar los drivers críticos de valor y riesgo</a:t>
            </a:r>
            <a:endParaRPr lang="en-US" dirty="0"/>
          </a:p>
          <a:p>
            <a:pPr lvl="0"/>
            <a:r>
              <a:rPr lang="es-PE" dirty="0"/>
              <a:t>Evaluar el impacto económico de la demanda real y de las principales restricciones</a:t>
            </a:r>
            <a:endParaRPr lang="en-US" dirty="0"/>
          </a:p>
          <a:p>
            <a:pPr lvl="0"/>
            <a:r>
              <a:rPr lang="es-PE" dirty="0"/>
              <a:t>Explicitar opciones estratégicas potenciales para PETRAL</a:t>
            </a:r>
            <a:endParaRPr lang="en-US" dirty="0"/>
          </a:p>
          <a:p>
            <a:pPr lvl="0"/>
            <a:r>
              <a:rPr lang="es-PE" dirty="0"/>
              <a:t>Reducir incertidumbre para facilitar decisiones futuras mejor informadas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BDF23E-3ADF-4F6B-1FF1-BB9582B70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Qué requerirá estudios posteriores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756B64-B5FE-71FD-D3F5-D634024C49C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/>
              <a:t>El estudio </a:t>
            </a:r>
            <a:r>
              <a:rPr lang="es-ES" b="1" dirty="0"/>
              <a:t>no tiene por objetivo</a:t>
            </a:r>
            <a:r>
              <a:rPr lang="es-ES" dirty="0"/>
              <a:t>:</a:t>
            </a:r>
          </a:p>
          <a:p>
            <a:r>
              <a:rPr lang="es-ES" dirty="0"/>
              <a:t>Diseños de ingeniería del puerto</a:t>
            </a:r>
          </a:p>
          <a:p>
            <a:r>
              <a:rPr lang="es-ES" dirty="0"/>
              <a:t>Definición de </a:t>
            </a:r>
            <a:r>
              <a:rPr lang="es-ES" dirty="0" err="1"/>
              <a:t>layouts</a:t>
            </a:r>
            <a:r>
              <a:rPr lang="es-ES" dirty="0"/>
              <a:t>, configuraciones técnicas o especificaciones constructivas</a:t>
            </a:r>
          </a:p>
          <a:p>
            <a:r>
              <a:rPr lang="es-ES" dirty="0"/>
              <a:t>Gestión de permisos, licencias o procesos regulatorios</a:t>
            </a:r>
          </a:p>
          <a:p>
            <a:r>
              <a:rPr lang="es-ES" dirty="0"/>
              <a:t>Estructurar financiamiento ni definir fuentes de capital</a:t>
            </a:r>
          </a:p>
          <a:p>
            <a:r>
              <a:rPr lang="es-ES" dirty="0"/>
              <a:t>Tomar decisiones de inversión o de ejecución</a:t>
            </a:r>
          </a:p>
        </p:txBody>
      </p:sp>
    </p:spTree>
    <p:extLst>
      <p:ext uri="{BB962C8B-B14F-4D97-AF65-F5344CB8AC3E}">
        <p14:creationId xmlns:p14="http://schemas.microsoft.com/office/powerpoint/2010/main" val="2284991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28D3-A9F3-DA51-29AD-86767CE94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Próximos</a:t>
            </a:r>
            <a:r>
              <a:rPr lang="en-US" dirty="0"/>
              <a:t> pasos y </a:t>
            </a:r>
            <a:r>
              <a:rPr lang="en-US" dirty="0" err="1"/>
              <a:t>alineamiento</a:t>
            </a:r>
            <a:r>
              <a:rPr lang="en-US" dirty="0"/>
              <a:t/>
            </a:r>
            <a:br>
              <a:rPr lang="en-US" dirty="0"/>
            </a:br>
            <a:r>
              <a:rPr lang="es-ES" sz="2700" i="1" dirty="0"/>
              <a:t>Inputs requeridos y decisiones siguientes</a:t>
            </a:r>
            <a:endParaRPr lang="en-US" sz="27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2197F-46F6-AEC7-659B-A898CBAB3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dirty="0"/>
              <a:t>Decisiones Adoptadas en esta reunión: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116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inance Sober Free">
      <a:dk1>
        <a:sysClr val="windowText" lastClr="000000"/>
      </a:dk1>
      <a:lt1>
        <a:sysClr val="window" lastClr="FFFFFF"/>
      </a:lt1>
      <a:dk2>
        <a:srgbClr val="375986"/>
      </a:dk2>
      <a:lt2>
        <a:srgbClr val="E9E9E9"/>
      </a:lt2>
      <a:accent1>
        <a:srgbClr val="43464B"/>
      </a:accent1>
      <a:accent2>
        <a:srgbClr val="4682B4"/>
      </a:accent2>
      <a:accent3>
        <a:srgbClr val="EFDECD"/>
      </a:accent3>
      <a:accent4>
        <a:srgbClr val="FFD700"/>
      </a:accent4>
      <a:accent5>
        <a:srgbClr val="8CBED6"/>
      </a:accent5>
      <a:accent6>
        <a:srgbClr val="85BB65"/>
      </a:accent6>
      <a:hlink>
        <a:srgbClr val="48A1FA"/>
      </a:hlink>
      <a:folHlink>
        <a:srgbClr val="C490A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es" id="{32BB5A08-1870-469A-A3D4-C98104B17A9E}" vid="{33FA5EF6-5892-42C3-A157-38008DC920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WTCM Capital Template</Template>
  <TotalTime>443</TotalTime>
  <Words>1032</Words>
  <Application>Microsoft Office PowerPoint</Application>
  <PresentationFormat>Widescreen</PresentationFormat>
  <Paragraphs>151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Office Theme</vt:lpstr>
      <vt:lpstr>Proyecto MARK</vt:lpstr>
      <vt:lpstr>Objetivo de la reunión</vt:lpstr>
      <vt:lpstr>Punto de partida</vt:lpstr>
      <vt:lpstr>Enfoque del estudio</vt:lpstr>
      <vt:lpstr>Etapas de Evaluación</vt:lpstr>
      <vt:lpstr>Enfoque de evaluación propuesto</vt:lpstr>
      <vt:lpstr>Etapa 1: Viabilidad Teórica</vt:lpstr>
      <vt:lpstr>Etapa 2: Demanda real y logística</vt:lpstr>
      <vt:lpstr>Etapa 3: Restricciones físicas y de entorno</vt:lpstr>
      <vt:lpstr>Organización de Avance</vt:lpstr>
      <vt:lpstr>Opciones estratégicas que el estudio permitirá evaluar</vt:lpstr>
      <vt:lpstr>Rol potencial del negocio de combustibles</vt:lpstr>
      <vt:lpstr>Alcance del estudio: Qué responde y Qué no</vt:lpstr>
      <vt:lpstr>Próximos pasos y alineamiento Inputs requeridos y decisiones siguientes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MARK</dc:title>
  <dc:creator>Jorge Luis Rodriguez</dc:creator>
  <cp:lastModifiedBy>Richard Gutierrez</cp:lastModifiedBy>
  <cp:revision>3</cp:revision>
  <dcterms:created xsi:type="dcterms:W3CDTF">2026-01-30T03:55:15Z</dcterms:created>
  <dcterms:modified xsi:type="dcterms:W3CDTF">2026-02-04T20:16:49Z</dcterms:modified>
</cp:coreProperties>
</file>